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50292000" cy="26060400"/>
  <p:notesSz cx="6858000" cy="9144000"/>
  <p:embeddedFontLst>
    <p:embeddedFont>
      <p:font typeface="Oswald" charset="0"/>
      <p:regular r:id="rId4"/>
      <p:bold r:id="rId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4D10069B-8D8F-4D95-91B9-6DE54DA14EAA}">
  <a:tblStyle styleId="{4D10069B-8D8F-4D95-91B9-6DE54DA14EA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3011" autoAdjust="0"/>
  </p:normalViewPr>
  <p:slideViewPr>
    <p:cSldViewPr>
      <p:cViewPr>
        <p:scale>
          <a:sx n="33" d="100"/>
          <a:sy n="33" d="100"/>
        </p:scale>
        <p:origin x="3846" y="-78"/>
      </p:cViewPr>
      <p:guideLst>
        <p:guide orient="horz" pos="8208"/>
        <p:guide pos="15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font" Target="fonts/font2.fntdata"/><Relationship Id="rId4" Type="http://schemas.openxmlformats.org/officeDocument/2006/relationships/font" Target="fonts/font1.fntdata"/><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0625" y="685800"/>
            <a:ext cx="6617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free-power-point-templates.com/presentation-poster-template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notes"/>
          <p:cNvSpPr>
            <a:spLocks noGrp="1" noRot="1" noChangeAspect="1"/>
          </p:cNvSpPr>
          <p:nvPr>
            <p:ph type="sldImg" idx="2"/>
          </p:nvPr>
        </p:nvSpPr>
        <p:spPr>
          <a:xfrm>
            <a:off x="120650" y="685800"/>
            <a:ext cx="6616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You can add your presentation notes here. This presentation template for research posters is fully editable so text, graphics and content can be updated to fit your own research needs.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solidFill>
                  <a:schemeClr val="dk1"/>
                </a:solidFill>
              </a:rPr>
              <a:t>Download more </a:t>
            </a:r>
            <a:r>
              <a:rPr lang="en" u="sng">
                <a:solidFill>
                  <a:schemeClr val="accent5"/>
                </a:solidFill>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poster presentation templates</a:t>
            </a:r>
            <a:r>
              <a:rPr lang="en">
                <a:solidFill>
                  <a:schemeClr val="dk1"/>
                </a:solidFill>
              </a:rPr>
              <a:t> from FPPT.com</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free-power-point-templates.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714396" y="3772513"/>
            <a:ext cx="46863300" cy="10399800"/>
          </a:xfrm>
          <a:prstGeom prst="rect">
            <a:avLst/>
          </a:prstGeom>
        </p:spPr>
        <p:txBody>
          <a:bodyPr spcFirstLastPara="1" wrap="square" lIns="487600" tIns="487600" rIns="487600" bIns="487600" anchor="b" anchorCtr="0">
            <a:noAutofit/>
          </a:bodyPr>
          <a:lstStyle>
            <a:lvl1pPr lvl="0" algn="ctr">
              <a:spcBef>
                <a:spcPts val="0"/>
              </a:spcBef>
              <a:spcAft>
                <a:spcPts val="0"/>
              </a:spcAft>
              <a:buSzPts val="27700"/>
              <a:buNone/>
              <a:defRPr sz="27700"/>
            </a:lvl1pPr>
            <a:lvl2pPr lvl="1" algn="ctr">
              <a:spcBef>
                <a:spcPts val="0"/>
              </a:spcBef>
              <a:spcAft>
                <a:spcPts val="0"/>
              </a:spcAft>
              <a:buSzPts val="27700"/>
              <a:buNone/>
              <a:defRPr sz="27700"/>
            </a:lvl2pPr>
            <a:lvl3pPr lvl="2" algn="ctr">
              <a:spcBef>
                <a:spcPts val="0"/>
              </a:spcBef>
              <a:spcAft>
                <a:spcPts val="0"/>
              </a:spcAft>
              <a:buSzPts val="27700"/>
              <a:buNone/>
              <a:defRPr sz="27700"/>
            </a:lvl3pPr>
            <a:lvl4pPr lvl="3" algn="ctr">
              <a:spcBef>
                <a:spcPts val="0"/>
              </a:spcBef>
              <a:spcAft>
                <a:spcPts val="0"/>
              </a:spcAft>
              <a:buSzPts val="27700"/>
              <a:buNone/>
              <a:defRPr sz="27700"/>
            </a:lvl4pPr>
            <a:lvl5pPr lvl="4" algn="ctr">
              <a:spcBef>
                <a:spcPts val="0"/>
              </a:spcBef>
              <a:spcAft>
                <a:spcPts val="0"/>
              </a:spcAft>
              <a:buSzPts val="27700"/>
              <a:buNone/>
              <a:defRPr sz="27700"/>
            </a:lvl5pPr>
            <a:lvl6pPr lvl="5" algn="ctr">
              <a:spcBef>
                <a:spcPts val="0"/>
              </a:spcBef>
              <a:spcAft>
                <a:spcPts val="0"/>
              </a:spcAft>
              <a:buSzPts val="27700"/>
              <a:buNone/>
              <a:defRPr sz="27700"/>
            </a:lvl6pPr>
            <a:lvl7pPr lvl="6" algn="ctr">
              <a:spcBef>
                <a:spcPts val="0"/>
              </a:spcBef>
              <a:spcAft>
                <a:spcPts val="0"/>
              </a:spcAft>
              <a:buSzPts val="27700"/>
              <a:buNone/>
              <a:defRPr sz="27700"/>
            </a:lvl7pPr>
            <a:lvl8pPr lvl="7" algn="ctr">
              <a:spcBef>
                <a:spcPts val="0"/>
              </a:spcBef>
              <a:spcAft>
                <a:spcPts val="0"/>
              </a:spcAft>
              <a:buSzPts val="27700"/>
              <a:buNone/>
              <a:defRPr sz="27700"/>
            </a:lvl8pPr>
            <a:lvl9pPr lvl="8" algn="ctr">
              <a:spcBef>
                <a:spcPts val="0"/>
              </a:spcBef>
              <a:spcAft>
                <a:spcPts val="0"/>
              </a:spcAft>
              <a:buSzPts val="27700"/>
              <a:buNone/>
              <a:defRPr sz="27700"/>
            </a:lvl9pPr>
          </a:lstStyle>
          <a:p>
            <a:endParaRPr/>
          </a:p>
        </p:txBody>
      </p:sp>
      <p:sp>
        <p:nvSpPr>
          <p:cNvPr id="11" name="Google Shape;11;p2"/>
          <p:cNvSpPr txBox="1">
            <a:spLocks noGrp="1"/>
          </p:cNvSpPr>
          <p:nvPr>
            <p:ph type="subTitle" idx="1"/>
          </p:nvPr>
        </p:nvSpPr>
        <p:spPr>
          <a:xfrm>
            <a:off x="1714350" y="14359567"/>
            <a:ext cx="46863300" cy="4015800"/>
          </a:xfrm>
          <a:prstGeom prst="rect">
            <a:avLst/>
          </a:prstGeom>
        </p:spPr>
        <p:txBody>
          <a:bodyPr spcFirstLastPara="1" wrap="square" lIns="487600" tIns="487600" rIns="487600" bIns="487600" anchor="t" anchorCtr="0">
            <a:noAutofit/>
          </a:bodyPr>
          <a:lstStyle>
            <a:lvl1pPr lvl="0" algn="ctr">
              <a:lnSpc>
                <a:spcPct val="100000"/>
              </a:lnSpc>
              <a:spcBef>
                <a:spcPts val="0"/>
              </a:spcBef>
              <a:spcAft>
                <a:spcPts val="0"/>
              </a:spcAft>
              <a:buSzPts val="14900"/>
              <a:buNone/>
              <a:defRPr sz="14900"/>
            </a:lvl1pPr>
            <a:lvl2pPr lvl="1" algn="ctr">
              <a:lnSpc>
                <a:spcPct val="100000"/>
              </a:lnSpc>
              <a:spcBef>
                <a:spcPts val="0"/>
              </a:spcBef>
              <a:spcAft>
                <a:spcPts val="0"/>
              </a:spcAft>
              <a:buSzPts val="14900"/>
              <a:buNone/>
              <a:defRPr sz="14900"/>
            </a:lvl2pPr>
            <a:lvl3pPr lvl="2" algn="ctr">
              <a:lnSpc>
                <a:spcPct val="100000"/>
              </a:lnSpc>
              <a:spcBef>
                <a:spcPts val="0"/>
              </a:spcBef>
              <a:spcAft>
                <a:spcPts val="0"/>
              </a:spcAft>
              <a:buSzPts val="14900"/>
              <a:buNone/>
              <a:defRPr sz="14900"/>
            </a:lvl3pPr>
            <a:lvl4pPr lvl="3" algn="ctr">
              <a:lnSpc>
                <a:spcPct val="100000"/>
              </a:lnSpc>
              <a:spcBef>
                <a:spcPts val="0"/>
              </a:spcBef>
              <a:spcAft>
                <a:spcPts val="0"/>
              </a:spcAft>
              <a:buSzPts val="14900"/>
              <a:buNone/>
              <a:defRPr sz="14900"/>
            </a:lvl4pPr>
            <a:lvl5pPr lvl="4" algn="ctr">
              <a:lnSpc>
                <a:spcPct val="100000"/>
              </a:lnSpc>
              <a:spcBef>
                <a:spcPts val="0"/>
              </a:spcBef>
              <a:spcAft>
                <a:spcPts val="0"/>
              </a:spcAft>
              <a:buSzPts val="14900"/>
              <a:buNone/>
              <a:defRPr sz="14900"/>
            </a:lvl5pPr>
            <a:lvl6pPr lvl="5" algn="ctr">
              <a:lnSpc>
                <a:spcPct val="100000"/>
              </a:lnSpc>
              <a:spcBef>
                <a:spcPts val="0"/>
              </a:spcBef>
              <a:spcAft>
                <a:spcPts val="0"/>
              </a:spcAft>
              <a:buSzPts val="14900"/>
              <a:buNone/>
              <a:defRPr sz="14900"/>
            </a:lvl6pPr>
            <a:lvl7pPr lvl="6" algn="ctr">
              <a:lnSpc>
                <a:spcPct val="100000"/>
              </a:lnSpc>
              <a:spcBef>
                <a:spcPts val="0"/>
              </a:spcBef>
              <a:spcAft>
                <a:spcPts val="0"/>
              </a:spcAft>
              <a:buSzPts val="14900"/>
              <a:buNone/>
              <a:defRPr sz="14900"/>
            </a:lvl7pPr>
            <a:lvl8pPr lvl="7" algn="ctr">
              <a:lnSpc>
                <a:spcPct val="100000"/>
              </a:lnSpc>
              <a:spcBef>
                <a:spcPts val="0"/>
              </a:spcBef>
              <a:spcAft>
                <a:spcPts val="0"/>
              </a:spcAft>
              <a:buSzPts val="14900"/>
              <a:buNone/>
              <a:defRPr sz="14900"/>
            </a:lvl8pPr>
            <a:lvl9pPr lvl="8" algn="ctr">
              <a:lnSpc>
                <a:spcPct val="100000"/>
              </a:lnSpc>
              <a:spcBef>
                <a:spcPts val="0"/>
              </a:spcBef>
              <a:spcAft>
                <a:spcPts val="0"/>
              </a:spcAft>
              <a:buSzPts val="14900"/>
              <a:buNone/>
              <a:defRPr sz="14900"/>
            </a:lvl9pPr>
          </a:lstStyle>
          <a:p>
            <a:endParaRPr/>
          </a:p>
        </p:txBody>
      </p:sp>
      <p:sp>
        <p:nvSpPr>
          <p:cNvPr id="12" name="Google Shape;12;p2"/>
          <p:cNvSpPr txBox="1">
            <a:spLocks noGrp="1"/>
          </p:cNvSpPr>
          <p:nvPr>
            <p:ph type="sldNum" idx="12"/>
          </p:nvPr>
        </p:nvSpPr>
        <p:spPr>
          <a:xfrm>
            <a:off x="46598517" y="23626965"/>
            <a:ext cx="3017700" cy="19944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714350" y="2254793"/>
            <a:ext cx="46863300" cy="2901900"/>
          </a:xfrm>
          <a:prstGeom prst="rect">
            <a:avLst/>
          </a:prstGeom>
        </p:spPr>
        <p:txBody>
          <a:bodyPr spcFirstLastPara="1" wrap="square" lIns="487600" tIns="487600" rIns="487600" bIns="487600" anchor="t" anchorCtr="0">
            <a:no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a:endParaRPr/>
          </a:p>
        </p:txBody>
      </p:sp>
      <p:sp>
        <p:nvSpPr>
          <p:cNvPr id="18" name="Google Shape;18;p4"/>
          <p:cNvSpPr txBox="1">
            <a:spLocks noGrp="1"/>
          </p:cNvSpPr>
          <p:nvPr>
            <p:ph type="body" idx="1"/>
          </p:nvPr>
        </p:nvSpPr>
        <p:spPr>
          <a:xfrm>
            <a:off x="1714350" y="5839207"/>
            <a:ext cx="46863300" cy="17309700"/>
          </a:xfrm>
          <a:prstGeom prst="rect">
            <a:avLst/>
          </a:prstGeom>
        </p:spPr>
        <p:txBody>
          <a:bodyPr spcFirstLastPara="1" wrap="square" lIns="487600" tIns="487600" rIns="487600" bIns="487600" anchor="t" anchorCtr="0">
            <a:noAutofit/>
          </a:bodyPr>
          <a:lstStyle>
            <a:lvl1pPr marL="457200" lvl="0" indent="-838200">
              <a:spcBef>
                <a:spcPts val="0"/>
              </a:spcBef>
              <a:spcAft>
                <a:spcPts val="0"/>
              </a:spcAft>
              <a:buSzPts val="9600"/>
              <a:buChar char="●"/>
              <a:defRPr/>
            </a:lvl1pPr>
            <a:lvl2pPr marL="914400" lvl="1" indent="-704850">
              <a:spcBef>
                <a:spcPts val="8500"/>
              </a:spcBef>
              <a:spcAft>
                <a:spcPts val="0"/>
              </a:spcAft>
              <a:buSzPts val="7500"/>
              <a:buChar char="○"/>
              <a:defRPr/>
            </a:lvl2pPr>
            <a:lvl3pPr marL="1371600" lvl="2" indent="-704850">
              <a:spcBef>
                <a:spcPts val="8500"/>
              </a:spcBef>
              <a:spcAft>
                <a:spcPts val="0"/>
              </a:spcAft>
              <a:buSzPts val="7500"/>
              <a:buChar char="■"/>
              <a:defRPr/>
            </a:lvl3pPr>
            <a:lvl4pPr marL="1828800" lvl="3" indent="-704850">
              <a:spcBef>
                <a:spcPts val="8500"/>
              </a:spcBef>
              <a:spcAft>
                <a:spcPts val="0"/>
              </a:spcAft>
              <a:buSzPts val="7500"/>
              <a:buChar char="●"/>
              <a:defRPr/>
            </a:lvl4pPr>
            <a:lvl5pPr marL="2286000" lvl="4" indent="-704850">
              <a:spcBef>
                <a:spcPts val="8500"/>
              </a:spcBef>
              <a:spcAft>
                <a:spcPts val="0"/>
              </a:spcAft>
              <a:buSzPts val="7500"/>
              <a:buChar char="○"/>
              <a:defRPr/>
            </a:lvl5pPr>
            <a:lvl6pPr marL="2743200" lvl="5" indent="-704850">
              <a:spcBef>
                <a:spcPts val="8500"/>
              </a:spcBef>
              <a:spcAft>
                <a:spcPts val="0"/>
              </a:spcAft>
              <a:buSzPts val="7500"/>
              <a:buChar char="■"/>
              <a:defRPr/>
            </a:lvl6pPr>
            <a:lvl7pPr marL="3200400" lvl="6" indent="-704850">
              <a:spcBef>
                <a:spcPts val="8500"/>
              </a:spcBef>
              <a:spcAft>
                <a:spcPts val="0"/>
              </a:spcAft>
              <a:buSzPts val="7500"/>
              <a:buChar char="●"/>
              <a:defRPr/>
            </a:lvl7pPr>
            <a:lvl8pPr marL="3657600" lvl="7" indent="-704850">
              <a:spcBef>
                <a:spcPts val="8500"/>
              </a:spcBef>
              <a:spcAft>
                <a:spcPts val="0"/>
              </a:spcAft>
              <a:buSzPts val="7500"/>
              <a:buChar char="○"/>
              <a:defRPr/>
            </a:lvl8pPr>
            <a:lvl9pPr marL="4114800" lvl="8" indent="-704850">
              <a:spcBef>
                <a:spcPts val="8500"/>
              </a:spcBef>
              <a:spcAft>
                <a:spcPts val="8500"/>
              </a:spcAft>
              <a:buSzPts val="7500"/>
              <a:buChar char="■"/>
              <a:defRPr/>
            </a:lvl9pPr>
          </a:lstStyle>
          <a:p>
            <a:endParaRPr/>
          </a:p>
        </p:txBody>
      </p:sp>
      <p:sp>
        <p:nvSpPr>
          <p:cNvPr id="19" name="Google Shape;19;p4"/>
          <p:cNvSpPr txBox="1">
            <a:spLocks noGrp="1"/>
          </p:cNvSpPr>
          <p:nvPr>
            <p:ph type="sldNum" idx="12"/>
          </p:nvPr>
        </p:nvSpPr>
        <p:spPr>
          <a:xfrm>
            <a:off x="46598517" y="23626965"/>
            <a:ext cx="3017700" cy="19944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714350" y="2254793"/>
            <a:ext cx="46863300" cy="2901900"/>
          </a:xfrm>
          <a:prstGeom prst="rect">
            <a:avLst/>
          </a:prstGeom>
        </p:spPr>
        <p:txBody>
          <a:bodyPr spcFirstLastPara="1" wrap="square" lIns="487600" tIns="487600" rIns="487600" bIns="487600" anchor="t" anchorCtr="0">
            <a:no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a:endParaRPr/>
          </a:p>
        </p:txBody>
      </p:sp>
      <p:sp>
        <p:nvSpPr>
          <p:cNvPr id="22" name="Google Shape;22;p5"/>
          <p:cNvSpPr txBox="1">
            <a:spLocks noGrp="1"/>
          </p:cNvSpPr>
          <p:nvPr>
            <p:ph type="body" idx="1"/>
          </p:nvPr>
        </p:nvSpPr>
        <p:spPr>
          <a:xfrm>
            <a:off x="1714350" y="5839207"/>
            <a:ext cx="21999300" cy="17309700"/>
          </a:xfrm>
          <a:prstGeom prst="rect">
            <a:avLst/>
          </a:prstGeom>
        </p:spPr>
        <p:txBody>
          <a:bodyPr spcFirstLastPara="1" wrap="square" lIns="487600" tIns="487600" rIns="487600" bIns="487600" anchor="t" anchorCtr="0">
            <a:noAutofit/>
          </a:bodyPr>
          <a:lstStyle>
            <a:lvl1pPr marL="457200" lvl="0" indent="-704850">
              <a:spcBef>
                <a:spcPts val="0"/>
              </a:spcBef>
              <a:spcAft>
                <a:spcPts val="0"/>
              </a:spcAft>
              <a:buSzPts val="7500"/>
              <a:buChar char="●"/>
              <a:defRPr sz="7500"/>
            </a:lvl1pPr>
            <a:lvl2pPr marL="914400" lvl="1" indent="-635000">
              <a:spcBef>
                <a:spcPts val="8500"/>
              </a:spcBef>
              <a:spcAft>
                <a:spcPts val="0"/>
              </a:spcAft>
              <a:buSzPts val="6400"/>
              <a:buChar char="○"/>
              <a:defRPr sz="6400"/>
            </a:lvl2pPr>
            <a:lvl3pPr marL="1371600" lvl="2" indent="-635000">
              <a:spcBef>
                <a:spcPts val="8500"/>
              </a:spcBef>
              <a:spcAft>
                <a:spcPts val="0"/>
              </a:spcAft>
              <a:buSzPts val="6400"/>
              <a:buChar char="■"/>
              <a:defRPr sz="6400"/>
            </a:lvl3pPr>
            <a:lvl4pPr marL="1828800" lvl="3" indent="-635000">
              <a:spcBef>
                <a:spcPts val="8500"/>
              </a:spcBef>
              <a:spcAft>
                <a:spcPts val="0"/>
              </a:spcAft>
              <a:buSzPts val="6400"/>
              <a:buChar char="●"/>
              <a:defRPr sz="6400"/>
            </a:lvl4pPr>
            <a:lvl5pPr marL="2286000" lvl="4" indent="-635000">
              <a:spcBef>
                <a:spcPts val="8500"/>
              </a:spcBef>
              <a:spcAft>
                <a:spcPts val="0"/>
              </a:spcAft>
              <a:buSzPts val="6400"/>
              <a:buChar char="○"/>
              <a:defRPr sz="6400"/>
            </a:lvl5pPr>
            <a:lvl6pPr marL="2743200" lvl="5" indent="-635000">
              <a:spcBef>
                <a:spcPts val="8500"/>
              </a:spcBef>
              <a:spcAft>
                <a:spcPts val="0"/>
              </a:spcAft>
              <a:buSzPts val="6400"/>
              <a:buChar char="■"/>
              <a:defRPr sz="6400"/>
            </a:lvl6pPr>
            <a:lvl7pPr marL="3200400" lvl="6" indent="-635000">
              <a:spcBef>
                <a:spcPts val="8500"/>
              </a:spcBef>
              <a:spcAft>
                <a:spcPts val="0"/>
              </a:spcAft>
              <a:buSzPts val="6400"/>
              <a:buChar char="●"/>
              <a:defRPr sz="6400"/>
            </a:lvl7pPr>
            <a:lvl8pPr marL="3657600" lvl="7" indent="-635000">
              <a:spcBef>
                <a:spcPts val="8500"/>
              </a:spcBef>
              <a:spcAft>
                <a:spcPts val="0"/>
              </a:spcAft>
              <a:buSzPts val="6400"/>
              <a:buChar char="○"/>
              <a:defRPr sz="6400"/>
            </a:lvl8pPr>
            <a:lvl9pPr marL="4114800" lvl="8" indent="-635000">
              <a:spcBef>
                <a:spcPts val="8500"/>
              </a:spcBef>
              <a:spcAft>
                <a:spcPts val="8500"/>
              </a:spcAft>
              <a:buSzPts val="6400"/>
              <a:buChar char="■"/>
              <a:defRPr sz="6400"/>
            </a:lvl9pPr>
          </a:lstStyle>
          <a:p>
            <a:endParaRPr/>
          </a:p>
        </p:txBody>
      </p:sp>
      <p:sp>
        <p:nvSpPr>
          <p:cNvPr id="23" name="Google Shape;23;p5"/>
          <p:cNvSpPr txBox="1">
            <a:spLocks noGrp="1"/>
          </p:cNvSpPr>
          <p:nvPr>
            <p:ph type="body" idx="2"/>
          </p:nvPr>
        </p:nvSpPr>
        <p:spPr>
          <a:xfrm>
            <a:off x="26578200" y="5839207"/>
            <a:ext cx="21999300" cy="17309700"/>
          </a:xfrm>
          <a:prstGeom prst="rect">
            <a:avLst/>
          </a:prstGeom>
        </p:spPr>
        <p:txBody>
          <a:bodyPr spcFirstLastPara="1" wrap="square" lIns="487600" tIns="487600" rIns="487600" bIns="487600" anchor="t" anchorCtr="0">
            <a:noAutofit/>
          </a:bodyPr>
          <a:lstStyle>
            <a:lvl1pPr marL="457200" lvl="0" indent="-704850">
              <a:spcBef>
                <a:spcPts val="0"/>
              </a:spcBef>
              <a:spcAft>
                <a:spcPts val="0"/>
              </a:spcAft>
              <a:buSzPts val="7500"/>
              <a:buChar char="●"/>
              <a:defRPr sz="7500"/>
            </a:lvl1pPr>
            <a:lvl2pPr marL="914400" lvl="1" indent="-635000">
              <a:spcBef>
                <a:spcPts val="8500"/>
              </a:spcBef>
              <a:spcAft>
                <a:spcPts val="0"/>
              </a:spcAft>
              <a:buSzPts val="6400"/>
              <a:buChar char="○"/>
              <a:defRPr sz="6400"/>
            </a:lvl2pPr>
            <a:lvl3pPr marL="1371600" lvl="2" indent="-635000">
              <a:spcBef>
                <a:spcPts val="8500"/>
              </a:spcBef>
              <a:spcAft>
                <a:spcPts val="0"/>
              </a:spcAft>
              <a:buSzPts val="6400"/>
              <a:buChar char="■"/>
              <a:defRPr sz="6400"/>
            </a:lvl3pPr>
            <a:lvl4pPr marL="1828800" lvl="3" indent="-635000">
              <a:spcBef>
                <a:spcPts val="8500"/>
              </a:spcBef>
              <a:spcAft>
                <a:spcPts val="0"/>
              </a:spcAft>
              <a:buSzPts val="6400"/>
              <a:buChar char="●"/>
              <a:defRPr sz="6400"/>
            </a:lvl4pPr>
            <a:lvl5pPr marL="2286000" lvl="4" indent="-635000">
              <a:spcBef>
                <a:spcPts val="8500"/>
              </a:spcBef>
              <a:spcAft>
                <a:spcPts val="0"/>
              </a:spcAft>
              <a:buSzPts val="6400"/>
              <a:buChar char="○"/>
              <a:defRPr sz="6400"/>
            </a:lvl5pPr>
            <a:lvl6pPr marL="2743200" lvl="5" indent="-635000">
              <a:spcBef>
                <a:spcPts val="8500"/>
              </a:spcBef>
              <a:spcAft>
                <a:spcPts val="0"/>
              </a:spcAft>
              <a:buSzPts val="6400"/>
              <a:buChar char="■"/>
              <a:defRPr sz="6400"/>
            </a:lvl6pPr>
            <a:lvl7pPr marL="3200400" lvl="6" indent="-635000">
              <a:spcBef>
                <a:spcPts val="8500"/>
              </a:spcBef>
              <a:spcAft>
                <a:spcPts val="0"/>
              </a:spcAft>
              <a:buSzPts val="6400"/>
              <a:buChar char="●"/>
              <a:defRPr sz="6400"/>
            </a:lvl7pPr>
            <a:lvl8pPr marL="3657600" lvl="7" indent="-635000">
              <a:spcBef>
                <a:spcPts val="8500"/>
              </a:spcBef>
              <a:spcAft>
                <a:spcPts val="0"/>
              </a:spcAft>
              <a:buSzPts val="6400"/>
              <a:buChar char="○"/>
              <a:defRPr sz="6400"/>
            </a:lvl8pPr>
            <a:lvl9pPr marL="4114800" lvl="8" indent="-635000">
              <a:spcBef>
                <a:spcPts val="8500"/>
              </a:spcBef>
              <a:spcAft>
                <a:spcPts val="8500"/>
              </a:spcAft>
              <a:buSzPts val="6400"/>
              <a:buChar char="■"/>
              <a:defRPr sz="6400"/>
            </a:lvl9pPr>
          </a:lstStyle>
          <a:p>
            <a:endParaRPr/>
          </a:p>
        </p:txBody>
      </p:sp>
      <p:sp>
        <p:nvSpPr>
          <p:cNvPr id="24" name="Google Shape;24;p5"/>
          <p:cNvSpPr txBox="1">
            <a:spLocks noGrp="1"/>
          </p:cNvSpPr>
          <p:nvPr>
            <p:ph type="sldNum" idx="12"/>
          </p:nvPr>
        </p:nvSpPr>
        <p:spPr>
          <a:xfrm>
            <a:off x="46598517" y="23626965"/>
            <a:ext cx="3017700" cy="19944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714350" y="2254793"/>
            <a:ext cx="46863300" cy="2901900"/>
          </a:xfrm>
          <a:prstGeom prst="rect">
            <a:avLst/>
          </a:prstGeom>
        </p:spPr>
        <p:txBody>
          <a:bodyPr spcFirstLastPara="1" wrap="square" lIns="487600" tIns="487600" rIns="487600" bIns="487600" anchor="t" anchorCtr="0">
            <a:no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a:endParaRPr/>
          </a:p>
        </p:txBody>
      </p:sp>
      <p:sp>
        <p:nvSpPr>
          <p:cNvPr id="27" name="Google Shape;27;p6"/>
          <p:cNvSpPr txBox="1">
            <a:spLocks noGrp="1"/>
          </p:cNvSpPr>
          <p:nvPr>
            <p:ph type="sldNum" idx="12"/>
          </p:nvPr>
        </p:nvSpPr>
        <p:spPr>
          <a:xfrm>
            <a:off x="46598517" y="23626965"/>
            <a:ext cx="3017700" cy="19944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714350" y="2815040"/>
            <a:ext cx="15444000" cy="3828900"/>
          </a:xfrm>
          <a:prstGeom prst="rect">
            <a:avLst/>
          </a:prstGeom>
        </p:spPr>
        <p:txBody>
          <a:bodyPr spcFirstLastPara="1" wrap="square" lIns="487600" tIns="487600" rIns="487600" bIns="487600" anchor="b" anchorCtr="0">
            <a:noAutofit/>
          </a:bodyPr>
          <a:lstStyle>
            <a:lvl1pPr lvl="0">
              <a:spcBef>
                <a:spcPts val="0"/>
              </a:spcBef>
              <a:spcAft>
                <a:spcPts val="0"/>
              </a:spcAft>
              <a:buSzPts val="12800"/>
              <a:buNone/>
              <a:defRPr sz="12800"/>
            </a:lvl1pPr>
            <a:lvl2pPr lvl="1">
              <a:spcBef>
                <a:spcPts val="0"/>
              </a:spcBef>
              <a:spcAft>
                <a:spcPts val="0"/>
              </a:spcAft>
              <a:buSzPts val="12800"/>
              <a:buNone/>
              <a:defRPr sz="12800"/>
            </a:lvl2pPr>
            <a:lvl3pPr lvl="2">
              <a:spcBef>
                <a:spcPts val="0"/>
              </a:spcBef>
              <a:spcAft>
                <a:spcPts val="0"/>
              </a:spcAft>
              <a:buSzPts val="12800"/>
              <a:buNone/>
              <a:defRPr sz="12800"/>
            </a:lvl3pPr>
            <a:lvl4pPr lvl="3">
              <a:spcBef>
                <a:spcPts val="0"/>
              </a:spcBef>
              <a:spcAft>
                <a:spcPts val="0"/>
              </a:spcAft>
              <a:buSzPts val="12800"/>
              <a:buNone/>
              <a:defRPr sz="12800"/>
            </a:lvl4pPr>
            <a:lvl5pPr lvl="4">
              <a:spcBef>
                <a:spcPts val="0"/>
              </a:spcBef>
              <a:spcAft>
                <a:spcPts val="0"/>
              </a:spcAft>
              <a:buSzPts val="12800"/>
              <a:buNone/>
              <a:defRPr sz="12800"/>
            </a:lvl5pPr>
            <a:lvl6pPr lvl="5">
              <a:spcBef>
                <a:spcPts val="0"/>
              </a:spcBef>
              <a:spcAft>
                <a:spcPts val="0"/>
              </a:spcAft>
              <a:buSzPts val="12800"/>
              <a:buNone/>
              <a:defRPr sz="12800"/>
            </a:lvl6pPr>
            <a:lvl7pPr lvl="6">
              <a:spcBef>
                <a:spcPts val="0"/>
              </a:spcBef>
              <a:spcAft>
                <a:spcPts val="0"/>
              </a:spcAft>
              <a:buSzPts val="12800"/>
              <a:buNone/>
              <a:defRPr sz="12800"/>
            </a:lvl7pPr>
            <a:lvl8pPr lvl="7">
              <a:spcBef>
                <a:spcPts val="0"/>
              </a:spcBef>
              <a:spcAft>
                <a:spcPts val="0"/>
              </a:spcAft>
              <a:buSzPts val="12800"/>
              <a:buNone/>
              <a:defRPr sz="12800"/>
            </a:lvl8pPr>
            <a:lvl9pPr lvl="8">
              <a:spcBef>
                <a:spcPts val="0"/>
              </a:spcBef>
              <a:spcAft>
                <a:spcPts val="0"/>
              </a:spcAft>
              <a:buSzPts val="12800"/>
              <a:buNone/>
              <a:defRPr sz="12800"/>
            </a:lvl9pPr>
          </a:lstStyle>
          <a:p>
            <a:endParaRPr/>
          </a:p>
        </p:txBody>
      </p:sp>
      <p:sp>
        <p:nvSpPr>
          <p:cNvPr id="30" name="Google Shape;30;p7"/>
          <p:cNvSpPr txBox="1">
            <a:spLocks noGrp="1"/>
          </p:cNvSpPr>
          <p:nvPr>
            <p:ph type="body" idx="1"/>
          </p:nvPr>
        </p:nvSpPr>
        <p:spPr>
          <a:xfrm>
            <a:off x="1714350" y="7040640"/>
            <a:ext cx="15444000" cy="16108800"/>
          </a:xfrm>
          <a:prstGeom prst="rect">
            <a:avLst/>
          </a:prstGeom>
        </p:spPr>
        <p:txBody>
          <a:bodyPr spcFirstLastPara="1" wrap="square" lIns="487600" tIns="487600" rIns="487600" bIns="487600" anchor="t" anchorCtr="0">
            <a:noAutofit/>
          </a:bodyPr>
          <a:lstStyle>
            <a:lvl1pPr marL="457200" lvl="0" indent="-635000">
              <a:spcBef>
                <a:spcPts val="0"/>
              </a:spcBef>
              <a:spcAft>
                <a:spcPts val="0"/>
              </a:spcAft>
              <a:buSzPts val="6400"/>
              <a:buChar char="●"/>
              <a:defRPr sz="6400"/>
            </a:lvl1pPr>
            <a:lvl2pPr marL="914400" lvl="1" indent="-635000">
              <a:spcBef>
                <a:spcPts val="8500"/>
              </a:spcBef>
              <a:spcAft>
                <a:spcPts val="0"/>
              </a:spcAft>
              <a:buSzPts val="6400"/>
              <a:buChar char="○"/>
              <a:defRPr sz="6400"/>
            </a:lvl2pPr>
            <a:lvl3pPr marL="1371600" lvl="2" indent="-635000">
              <a:spcBef>
                <a:spcPts val="8500"/>
              </a:spcBef>
              <a:spcAft>
                <a:spcPts val="0"/>
              </a:spcAft>
              <a:buSzPts val="6400"/>
              <a:buChar char="■"/>
              <a:defRPr sz="6400"/>
            </a:lvl3pPr>
            <a:lvl4pPr marL="1828800" lvl="3" indent="-635000">
              <a:spcBef>
                <a:spcPts val="8500"/>
              </a:spcBef>
              <a:spcAft>
                <a:spcPts val="0"/>
              </a:spcAft>
              <a:buSzPts val="6400"/>
              <a:buChar char="●"/>
              <a:defRPr sz="6400"/>
            </a:lvl4pPr>
            <a:lvl5pPr marL="2286000" lvl="4" indent="-635000">
              <a:spcBef>
                <a:spcPts val="8500"/>
              </a:spcBef>
              <a:spcAft>
                <a:spcPts val="0"/>
              </a:spcAft>
              <a:buSzPts val="6400"/>
              <a:buChar char="○"/>
              <a:defRPr sz="6400"/>
            </a:lvl5pPr>
            <a:lvl6pPr marL="2743200" lvl="5" indent="-635000">
              <a:spcBef>
                <a:spcPts val="8500"/>
              </a:spcBef>
              <a:spcAft>
                <a:spcPts val="0"/>
              </a:spcAft>
              <a:buSzPts val="6400"/>
              <a:buChar char="■"/>
              <a:defRPr sz="6400"/>
            </a:lvl6pPr>
            <a:lvl7pPr marL="3200400" lvl="6" indent="-635000">
              <a:spcBef>
                <a:spcPts val="8500"/>
              </a:spcBef>
              <a:spcAft>
                <a:spcPts val="0"/>
              </a:spcAft>
              <a:buSzPts val="6400"/>
              <a:buChar char="●"/>
              <a:defRPr sz="6400"/>
            </a:lvl7pPr>
            <a:lvl8pPr marL="3657600" lvl="7" indent="-635000">
              <a:spcBef>
                <a:spcPts val="8500"/>
              </a:spcBef>
              <a:spcAft>
                <a:spcPts val="0"/>
              </a:spcAft>
              <a:buSzPts val="6400"/>
              <a:buChar char="○"/>
              <a:defRPr sz="6400"/>
            </a:lvl8pPr>
            <a:lvl9pPr marL="4114800" lvl="8" indent="-635000">
              <a:spcBef>
                <a:spcPts val="8500"/>
              </a:spcBef>
              <a:spcAft>
                <a:spcPts val="8500"/>
              </a:spcAft>
              <a:buSzPts val="6400"/>
              <a:buChar char="■"/>
              <a:defRPr sz="6400"/>
            </a:lvl9pPr>
          </a:lstStyle>
          <a:p>
            <a:endParaRPr/>
          </a:p>
        </p:txBody>
      </p:sp>
      <p:sp>
        <p:nvSpPr>
          <p:cNvPr id="31" name="Google Shape;31;p7"/>
          <p:cNvSpPr txBox="1">
            <a:spLocks noGrp="1"/>
          </p:cNvSpPr>
          <p:nvPr>
            <p:ph type="sldNum" idx="12"/>
          </p:nvPr>
        </p:nvSpPr>
        <p:spPr>
          <a:xfrm>
            <a:off x="46598517" y="23626965"/>
            <a:ext cx="3017700" cy="19944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2696375" y="2280760"/>
            <a:ext cx="35022900" cy="20726700"/>
          </a:xfrm>
          <a:prstGeom prst="rect">
            <a:avLst/>
          </a:prstGeom>
        </p:spPr>
        <p:txBody>
          <a:bodyPr spcFirstLastPara="1" wrap="square" lIns="487600" tIns="487600" rIns="487600" bIns="487600" anchor="ctr" anchorCtr="0">
            <a:noAutofit/>
          </a:bodyPr>
          <a:lstStyle>
            <a:lvl1pPr lvl="0">
              <a:spcBef>
                <a:spcPts val="0"/>
              </a:spcBef>
              <a:spcAft>
                <a:spcPts val="0"/>
              </a:spcAft>
              <a:buSzPts val="25600"/>
              <a:buNone/>
              <a:defRPr sz="25600"/>
            </a:lvl1pPr>
            <a:lvl2pPr lvl="1">
              <a:spcBef>
                <a:spcPts val="0"/>
              </a:spcBef>
              <a:spcAft>
                <a:spcPts val="0"/>
              </a:spcAft>
              <a:buSzPts val="25600"/>
              <a:buNone/>
              <a:defRPr sz="25600"/>
            </a:lvl2pPr>
            <a:lvl3pPr lvl="2">
              <a:spcBef>
                <a:spcPts val="0"/>
              </a:spcBef>
              <a:spcAft>
                <a:spcPts val="0"/>
              </a:spcAft>
              <a:buSzPts val="25600"/>
              <a:buNone/>
              <a:defRPr sz="25600"/>
            </a:lvl3pPr>
            <a:lvl4pPr lvl="3">
              <a:spcBef>
                <a:spcPts val="0"/>
              </a:spcBef>
              <a:spcAft>
                <a:spcPts val="0"/>
              </a:spcAft>
              <a:buSzPts val="25600"/>
              <a:buNone/>
              <a:defRPr sz="25600"/>
            </a:lvl4pPr>
            <a:lvl5pPr lvl="4">
              <a:spcBef>
                <a:spcPts val="0"/>
              </a:spcBef>
              <a:spcAft>
                <a:spcPts val="0"/>
              </a:spcAft>
              <a:buSzPts val="25600"/>
              <a:buNone/>
              <a:defRPr sz="25600"/>
            </a:lvl5pPr>
            <a:lvl6pPr lvl="5">
              <a:spcBef>
                <a:spcPts val="0"/>
              </a:spcBef>
              <a:spcAft>
                <a:spcPts val="0"/>
              </a:spcAft>
              <a:buSzPts val="25600"/>
              <a:buNone/>
              <a:defRPr sz="25600"/>
            </a:lvl6pPr>
            <a:lvl7pPr lvl="6">
              <a:spcBef>
                <a:spcPts val="0"/>
              </a:spcBef>
              <a:spcAft>
                <a:spcPts val="0"/>
              </a:spcAft>
              <a:buSzPts val="25600"/>
              <a:buNone/>
              <a:defRPr sz="25600"/>
            </a:lvl7pPr>
            <a:lvl8pPr lvl="7">
              <a:spcBef>
                <a:spcPts val="0"/>
              </a:spcBef>
              <a:spcAft>
                <a:spcPts val="0"/>
              </a:spcAft>
              <a:buSzPts val="25600"/>
              <a:buNone/>
              <a:defRPr sz="25600"/>
            </a:lvl8pPr>
            <a:lvl9pPr lvl="8">
              <a:spcBef>
                <a:spcPts val="0"/>
              </a:spcBef>
              <a:spcAft>
                <a:spcPts val="0"/>
              </a:spcAft>
              <a:buSzPts val="25600"/>
              <a:buNone/>
              <a:defRPr sz="25600"/>
            </a:lvl9pPr>
          </a:lstStyle>
          <a:p>
            <a:endParaRPr/>
          </a:p>
        </p:txBody>
      </p:sp>
      <p:sp>
        <p:nvSpPr>
          <p:cNvPr id="34" name="Google Shape;34;p8"/>
          <p:cNvSpPr txBox="1">
            <a:spLocks noGrp="1"/>
          </p:cNvSpPr>
          <p:nvPr>
            <p:ph type="sldNum" idx="12"/>
          </p:nvPr>
        </p:nvSpPr>
        <p:spPr>
          <a:xfrm>
            <a:off x="46598517" y="23626965"/>
            <a:ext cx="3017700" cy="19944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25146000" y="-633"/>
            <a:ext cx="25146000" cy="26060400"/>
          </a:xfrm>
          <a:prstGeom prst="rect">
            <a:avLst/>
          </a:prstGeom>
          <a:solidFill>
            <a:schemeClr val="lt2"/>
          </a:solidFill>
          <a:ln>
            <a:noFill/>
          </a:ln>
        </p:spPr>
        <p:txBody>
          <a:bodyPr spcFirstLastPara="1" wrap="square" lIns="487600" tIns="487600" rIns="487600" bIns="48760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1460250" y="6248087"/>
            <a:ext cx="22248600" cy="7510200"/>
          </a:xfrm>
          <a:prstGeom prst="rect">
            <a:avLst/>
          </a:prstGeom>
        </p:spPr>
        <p:txBody>
          <a:bodyPr spcFirstLastPara="1" wrap="square" lIns="487600" tIns="487600" rIns="487600" bIns="487600" anchor="b" anchorCtr="0">
            <a:noAutofit/>
          </a:bodyPr>
          <a:lstStyle>
            <a:lvl1pPr lvl="0" algn="ctr">
              <a:spcBef>
                <a:spcPts val="0"/>
              </a:spcBef>
              <a:spcAft>
                <a:spcPts val="0"/>
              </a:spcAft>
              <a:buSzPts val="22400"/>
              <a:buNone/>
              <a:defRPr sz="22400"/>
            </a:lvl1pPr>
            <a:lvl2pPr lvl="1" algn="ctr">
              <a:spcBef>
                <a:spcPts val="0"/>
              </a:spcBef>
              <a:spcAft>
                <a:spcPts val="0"/>
              </a:spcAft>
              <a:buSzPts val="22400"/>
              <a:buNone/>
              <a:defRPr sz="22400"/>
            </a:lvl2pPr>
            <a:lvl3pPr lvl="2" algn="ctr">
              <a:spcBef>
                <a:spcPts val="0"/>
              </a:spcBef>
              <a:spcAft>
                <a:spcPts val="0"/>
              </a:spcAft>
              <a:buSzPts val="22400"/>
              <a:buNone/>
              <a:defRPr sz="22400"/>
            </a:lvl3pPr>
            <a:lvl4pPr lvl="3" algn="ctr">
              <a:spcBef>
                <a:spcPts val="0"/>
              </a:spcBef>
              <a:spcAft>
                <a:spcPts val="0"/>
              </a:spcAft>
              <a:buSzPts val="22400"/>
              <a:buNone/>
              <a:defRPr sz="22400"/>
            </a:lvl4pPr>
            <a:lvl5pPr lvl="4" algn="ctr">
              <a:spcBef>
                <a:spcPts val="0"/>
              </a:spcBef>
              <a:spcAft>
                <a:spcPts val="0"/>
              </a:spcAft>
              <a:buSzPts val="22400"/>
              <a:buNone/>
              <a:defRPr sz="22400"/>
            </a:lvl5pPr>
            <a:lvl6pPr lvl="5" algn="ctr">
              <a:spcBef>
                <a:spcPts val="0"/>
              </a:spcBef>
              <a:spcAft>
                <a:spcPts val="0"/>
              </a:spcAft>
              <a:buSzPts val="22400"/>
              <a:buNone/>
              <a:defRPr sz="22400"/>
            </a:lvl6pPr>
            <a:lvl7pPr lvl="6" algn="ctr">
              <a:spcBef>
                <a:spcPts val="0"/>
              </a:spcBef>
              <a:spcAft>
                <a:spcPts val="0"/>
              </a:spcAft>
              <a:buSzPts val="22400"/>
              <a:buNone/>
              <a:defRPr sz="22400"/>
            </a:lvl7pPr>
            <a:lvl8pPr lvl="7" algn="ctr">
              <a:spcBef>
                <a:spcPts val="0"/>
              </a:spcBef>
              <a:spcAft>
                <a:spcPts val="0"/>
              </a:spcAft>
              <a:buSzPts val="22400"/>
              <a:buNone/>
              <a:defRPr sz="22400"/>
            </a:lvl8pPr>
            <a:lvl9pPr lvl="8" algn="ctr">
              <a:spcBef>
                <a:spcPts val="0"/>
              </a:spcBef>
              <a:spcAft>
                <a:spcPts val="0"/>
              </a:spcAft>
              <a:buSzPts val="22400"/>
              <a:buNone/>
              <a:defRPr sz="22400"/>
            </a:lvl9pPr>
          </a:lstStyle>
          <a:p>
            <a:endParaRPr/>
          </a:p>
        </p:txBody>
      </p:sp>
      <p:sp>
        <p:nvSpPr>
          <p:cNvPr id="38" name="Google Shape;38;p9"/>
          <p:cNvSpPr txBox="1">
            <a:spLocks noGrp="1"/>
          </p:cNvSpPr>
          <p:nvPr>
            <p:ph type="subTitle" idx="1"/>
          </p:nvPr>
        </p:nvSpPr>
        <p:spPr>
          <a:xfrm>
            <a:off x="1460250" y="14202246"/>
            <a:ext cx="22248600" cy="6258000"/>
          </a:xfrm>
          <a:prstGeom prst="rect">
            <a:avLst/>
          </a:prstGeom>
        </p:spPr>
        <p:txBody>
          <a:bodyPr spcFirstLastPara="1" wrap="square" lIns="487600" tIns="487600" rIns="487600" bIns="487600" anchor="t" anchorCtr="0">
            <a:no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a:endParaRPr/>
          </a:p>
        </p:txBody>
      </p:sp>
      <p:sp>
        <p:nvSpPr>
          <p:cNvPr id="39" name="Google Shape;39;p9"/>
          <p:cNvSpPr txBox="1">
            <a:spLocks noGrp="1"/>
          </p:cNvSpPr>
          <p:nvPr>
            <p:ph type="body" idx="2"/>
          </p:nvPr>
        </p:nvSpPr>
        <p:spPr>
          <a:xfrm>
            <a:off x="27167250" y="3668647"/>
            <a:ext cx="21103500" cy="18721800"/>
          </a:xfrm>
          <a:prstGeom prst="rect">
            <a:avLst/>
          </a:prstGeom>
        </p:spPr>
        <p:txBody>
          <a:bodyPr spcFirstLastPara="1" wrap="square" lIns="487600" tIns="487600" rIns="487600" bIns="487600" anchor="ctr" anchorCtr="0">
            <a:noAutofit/>
          </a:bodyPr>
          <a:lstStyle>
            <a:lvl1pPr marL="457200" lvl="0" indent="-838200">
              <a:spcBef>
                <a:spcPts val="0"/>
              </a:spcBef>
              <a:spcAft>
                <a:spcPts val="0"/>
              </a:spcAft>
              <a:buSzPts val="9600"/>
              <a:buChar char="●"/>
              <a:defRPr/>
            </a:lvl1pPr>
            <a:lvl2pPr marL="914400" lvl="1" indent="-704850">
              <a:spcBef>
                <a:spcPts val="8500"/>
              </a:spcBef>
              <a:spcAft>
                <a:spcPts val="0"/>
              </a:spcAft>
              <a:buSzPts val="7500"/>
              <a:buChar char="○"/>
              <a:defRPr/>
            </a:lvl2pPr>
            <a:lvl3pPr marL="1371600" lvl="2" indent="-704850">
              <a:spcBef>
                <a:spcPts val="8500"/>
              </a:spcBef>
              <a:spcAft>
                <a:spcPts val="0"/>
              </a:spcAft>
              <a:buSzPts val="7500"/>
              <a:buChar char="■"/>
              <a:defRPr/>
            </a:lvl3pPr>
            <a:lvl4pPr marL="1828800" lvl="3" indent="-704850">
              <a:spcBef>
                <a:spcPts val="8500"/>
              </a:spcBef>
              <a:spcAft>
                <a:spcPts val="0"/>
              </a:spcAft>
              <a:buSzPts val="7500"/>
              <a:buChar char="●"/>
              <a:defRPr/>
            </a:lvl4pPr>
            <a:lvl5pPr marL="2286000" lvl="4" indent="-704850">
              <a:spcBef>
                <a:spcPts val="8500"/>
              </a:spcBef>
              <a:spcAft>
                <a:spcPts val="0"/>
              </a:spcAft>
              <a:buSzPts val="7500"/>
              <a:buChar char="○"/>
              <a:defRPr/>
            </a:lvl5pPr>
            <a:lvl6pPr marL="2743200" lvl="5" indent="-704850">
              <a:spcBef>
                <a:spcPts val="8500"/>
              </a:spcBef>
              <a:spcAft>
                <a:spcPts val="0"/>
              </a:spcAft>
              <a:buSzPts val="7500"/>
              <a:buChar char="■"/>
              <a:defRPr/>
            </a:lvl6pPr>
            <a:lvl7pPr marL="3200400" lvl="6" indent="-704850">
              <a:spcBef>
                <a:spcPts val="8500"/>
              </a:spcBef>
              <a:spcAft>
                <a:spcPts val="0"/>
              </a:spcAft>
              <a:buSzPts val="7500"/>
              <a:buChar char="●"/>
              <a:defRPr/>
            </a:lvl7pPr>
            <a:lvl8pPr marL="3657600" lvl="7" indent="-704850">
              <a:spcBef>
                <a:spcPts val="8500"/>
              </a:spcBef>
              <a:spcAft>
                <a:spcPts val="0"/>
              </a:spcAft>
              <a:buSzPts val="7500"/>
              <a:buChar char="○"/>
              <a:defRPr/>
            </a:lvl8pPr>
            <a:lvl9pPr marL="4114800" lvl="8" indent="-704850">
              <a:spcBef>
                <a:spcPts val="8500"/>
              </a:spcBef>
              <a:spcAft>
                <a:spcPts val="8500"/>
              </a:spcAft>
              <a:buSzPts val="7500"/>
              <a:buChar char="■"/>
              <a:defRPr/>
            </a:lvl9pPr>
          </a:lstStyle>
          <a:p>
            <a:endParaRPr/>
          </a:p>
        </p:txBody>
      </p:sp>
      <p:sp>
        <p:nvSpPr>
          <p:cNvPr id="40" name="Google Shape;40;p9"/>
          <p:cNvSpPr txBox="1">
            <a:spLocks noGrp="1"/>
          </p:cNvSpPr>
          <p:nvPr>
            <p:ph type="sldNum" idx="12"/>
          </p:nvPr>
        </p:nvSpPr>
        <p:spPr>
          <a:xfrm>
            <a:off x="46598517" y="23626965"/>
            <a:ext cx="3017700" cy="19944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714350" y="21434914"/>
            <a:ext cx="32993400" cy="3066000"/>
          </a:xfrm>
          <a:prstGeom prst="rect">
            <a:avLst/>
          </a:prstGeom>
        </p:spPr>
        <p:txBody>
          <a:bodyPr spcFirstLastPara="1" wrap="square" lIns="487600" tIns="487600" rIns="487600" bIns="487600" anchor="ctr" anchorCtr="0">
            <a:noAutofit/>
          </a:bodyPr>
          <a:lstStyle>
            <a:lvl1pPr marL="457200" lvl="0" indent="-228600">
              <a:lnSpc>
                <a:spcPct val="100000"/>
              </a:lnSpc>
              <a:spcBef>
                <a:spcPts val="0"/>
              </a:spcBef>
              <a:spcAft>
                <a:spcPts val="0"/>
              </a:spcAft>
              <a:buSzPts val="9600"/>
              <a:buNone/>
              <a:defRPr/>
            </a:lvl1pPr>
          </a:lstStyle>
          <a:p>
            <a:endParaRPr/>
          </a:p>
        </p:txBody>
      </p:sp>
      <p:sp>
        <p:nvSpPr>
          <p:cNvPr id="43" name="Google Shape;43;p10"/>
          <p:cNvSpPr txBox="1">
            <a:spLocks noGrp="1"/>
          </p:cNvSpPr>
          <p:nvPr>
            <p:ph type="sldNum" idx="12"/>
          </p:nvPr>
        </p:nvSpPr>
        <p:spPr>
          <a:xfrm>
            <a:off x="46598517" y="23626965"/>
            <a:ext cx="3017700" cy="19944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714350" y="5604367"/>
            <a:ext cx="46863300" cy="9948300"/>
          </a:xfrm>
          <a:prstGeom prst="rect">
            <a:avLst/>
          </a:prstGeom>
        </p:spPr>
        <p:txBody>
          <a:bodyPr spcFirstLastPara="1" wrap="square" lIns="487600" tIns="487600" rIns="487600" bIns="487600" anchor="b" anchorCtr="0">
            <a:noAutofit/>
          </a:bodyPr>
          <a:lstStyle>
            <a:lvl1pPr lvl="0" algn="ctr">
              <a:spcBef>
                <a:spcPts val="0"/>
              </a:spcBef>
              <a:spcAft>
                <a:spcPts val="0"/>
              </a:spcAft>
              <a:buSzPts val="64000"/>
              <a:buNone/>
              <a:defRPr sz="64000"/>
            </a:lvl1pPr>
            <a:lvl2pPr lvl="1" algn="ctr">
              <a:spcBef>
                <a:spcPts val="0"/>
              </a:spcBef>
              <a:spcAft>
                <a:spcPts val="0"/>
              </a:spcAft>
              <a:buSzPts val="64000"/>
              <a:buNone/>
              <a:defRPr sz="64000"/>
            </a:lvl2pPr>
            <a:lvl3pPr lvl="2" algn="ctr">
              <a:spcBef>
                <a:spcPts val="0"/>
              </a:spcBef>
              <a:spcAft>
                <a:spcPts val="0"/>
              </a:spcAft>
              <a:buSzPts val="64000"/>
              <a:buNone/>
              <a:defRPr sz="64000"/>
            </a:lvl3pPr>
            <a:lvl4pPr lvl="3" algn="ctr">
              <a:spcBef>
                <a:spcPts val="0"/>
              </a:spcBef>
              <a:spcAft>
                <a:spcPts val="0"/>
              </a:spcAft>
              <a:buSzPts val="64000"/>
              <a:buNone/>
              <a:defRPr sz="64000"/>
            </a:lvl4pPr>
            <a:lvl5pPr lvl="4" algn="ctr">
              <a:spcBef>
                <a:spcPts val="0"/>
              </a:spcBef>
              <a:spcAft>
                <a:spcPts val="0"/>
              </a:spcAft>
              <a:buSzPts val="64000"/>
              <a:buNone/>
              <a:defRPr sz="64000"/>
            </a:lvl5pPr>
            <a:lvl6pPr lvl="5" algn="ctr">
              <a:spcBef>
                <a:spcPts val="0"/>
              </a:spcBef>
              <a:spcAft>
                <a:spcPts val="0"/>
              </a:spcAft>
              <a:buSzPts val="64000"/>
              <a:buNone/>
              <a:defRPr sz="64000"/>
            </a:lvl6pPr>
            <a:lvl7pPr lvl="6" algn="ctr">
              <a:spcBef>
                <a:spcPts val="0"/>
              </a:spcBef>
              <a:spcAft>
                <a:spcPts val="0"/>
              </a:spcAft>
              <a:buSzPts val="64000"/>
              <a:buNone/>
              <a:defRPr sz="64000"/>
            </a:lvl7pPr>
            <a:lvl8pPr lvl="7" algn="ctr">
              <a:spcBef>
                <a:spcPts val="0"/>
              </a:spcBef>
              <a:spcAft>
                <a:spcPts val="0"/>
              </a:spcAft>
              <a:buSzPts val="64000"/>
              <a:buNone/>
              <a:defRPr sz="64000"/>
            </a:lvl8pPr>
            <a:lvl9pPr lvl="8" algn="ctr">
              <a:spcBef>
                <a:spcPts val="0"/>
              </a:spcBef>
              <a:spcAft>
                <a:spcPts val="0"/>
              </a:spcAft>
              <a:buSzPts val="64000"/>
              <a:buNone/>
              <a:defRPr sz="64000"/>
            </a:lvl9pPr>
          </a:lstStyle>
          <a:p>
            <a:r>
              <a:t>xx%</a:t>
            </a:r>
          </a:p>
        </p:txBody>
      </p:sp>
      <p:sp>
        <p:nvSpPr>
          <p:cNvPr id="46" name="Google Shape;46;p11"/>
          <p:cNvSpPr txBox="1">
            <a:spLocks noGrp="1"/>
          </p:cNvSpPr>
          <p:nvPr>
            <p:ph type="body" idx="1"/>
          </p:nvPr>
        </p:nvSpPr>
        <p:spPr>
          <a:xfrm>
            <a:off x="1714350" y="15971274"/>
            <a:ext cx="46863300" cy="6590700"/>
          </a:xfrm>
          <a:prstGeom prst="rect">
            <a:avLst/>
          </a:prstGeom>
        </p:spPr>
        <p:txBody>
          <a:bodyPr spcFirstLastPara="1" wrap="square" lIns="487600" tIns="487600" rIns="487600" bIns="487600" anchor="t" anchorCtr="0">
            <a:noAutofit/>
          </a:bodyPr>
          <a:lstStyle>
            <a:lvl1pPr marL="457200" lvl="0" indent="-838200" algn="ctr">
              <a:spcBef>
                <a:spcPts val="0"/>
              </a:spcBef>
              <a:spcAft>
                <a:spcPts val="0"/>
              </a:spcAft>
              <a:buSzPts val="9600"/>
              <a:buChar char="●"/>
              <a:defRPr/>
            </a:lvl1pPr>
            <a:lvl2pPr marL="914400" lvl="1" indent="-704850" algn="ctr">
              <a:spcBef>
                <a:spcPts val="8500"/>
              </a:spcBef>
              <a:spcAft>
                <a:spcPts val="0"/>
              </a:spcAft>
              <a:buSzPts val="7500"/>
              <a:buChar char="○"/>
              <a:defRPr/>
            </a:lvl2pPr>
            <a:lvl3pPr marL="1371600" lvl="2" indent="-704850" algn="ctr">
              <a:spcBef>
                <a:spcPts val="8500"/>
              </a:spcBef>
              <a:spcAft>
                <a:spcPts val="0"/>
              </a:spcAft>
              <a:buSzPts val="7500"/>
              <a:buChar char="■"/>
              <a:defRPr/>
            </a:lvl3pPr>
            <a:lvl4pPr marL="1828800" lvl="3" indent="-704850" algn="ctr">
              <a:spcBef>
                <a:spcPts val="8500"/>
              </a:spcBef>
              <a:spcAft>
                <a:spcPts val="0"/>
              </a:spcAft>
              <a:buSzPts val="7500"/>
              <a:buChar char="●"/>
              <a:defRPr/>
            </a:lvl4pPr>
            <a:lvl5pPr marL="2286000" lvl="4" indent="-704850" algn="ctr">
              <a:spcBef>
                <a:spcPts val="8500"/>
              </a:spcBef>
              <a:spcAft>
                <a:spcPts val="0"/>
              </a:spcAft>
              <a:buSzPts val="7500"/>
              <a:buChar char="○"/>
              <a:defRPr/>
            </a:lvl5pPr>
            <a:lvl6pPr marL="2743200" lvl="5" indent="-704850" algn="ctr">
              <a:spcBef>
                <a:spcPts val="8500"/>
              </a:spcBef>
              <a:spcAft>
                <a:spcPts val="0"/>
              </a:spcAft>
              <a:buSzPts val="7500"/>
              <a:buChar char="■"/>
              <a:defRPr/>
            </a:lvl6pPr>
            <a:lvl7pPr marL="3200400" lvl="6" indent="-704850" algn="ctr">
              <a:spcBef>
                <a:spcPts val="8500"/>
              </a:spcBef>
              <a:spcAft>
                <a:spcPts val="0"/>
              </a:spcAft>
              <a:buSzPts val="7500"/>
              <a:buChar char="●"/>
              <a:defRPr/>
            </a:lvl7pPr>
            <a:lvl8pPr marL="3657600" lvl="7" indent="-704850" algn="ctr">
              <a:spcBef>
                <a:spcPts val="8500"/>
              </a:spcBef>
              <a:spcAft>
                <a:spcPts val="0"/>
              </a:spcAft>
              <a:buSzPts val="7500"/>
              <a:buChar char="○"/>
              <a:defRPr/>
            </a:lvl8pPr>
            <a:lvl9pPr marL="4114800" lvl="8" indent="-704850" algn="ctr">
              <a:spcBef>
                <a:spcPts val="8500"/>
              </a:spcBef>
              <a:spcAft>
                <a:spcPts val="8500"/>
              </a:spcAft>
              <a:buSzPts val="7500"/>
              <a:buChar char="■"/>
              <a:defRPr/>
            </a:lvl9pPr>
          </a:lstStyle>
          <a:p>
            <a:endParaRPr/>
          </a:p>
        </p:txBody>
      </p:sp>
      <p:sp>
        <p:nvSpPr>
          <p:cNvPr id="47" name="Google Shape;47;p11"/>
          <p:cNvSpPr txBox="1">
            <a:spLocks noGrp="1"/>
          </p:cNvSpPr>
          <p:nvPr>
            <p:ph type="sldNum" idx="12"/>
          </p:nvPr>
        </p:nvSpPr>
        <p:spPr>
          <a:xfrm>
            <a:off x="46598517" y="23626965"/>
            <a:ext cx="3017700" cy="19944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46598517" y="23626965"/>
            <a:ext cx="3017700" cy="1994400"/>
          </a:xfrm>
          <a:prstGeom prst="rect">
            <a:avLst/>
          </a:prstGeom>
        </p:spPr>
        <p:txBody>
          <a:bodyPr spcFirstLastPara="1" wrap="square" lIns="487600" tIns="487600" rIns="487600" bIns="4876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50" name="Google Shape;50;p12" descr="logo.png">
            <a:hlinkClick r:id="rId2"/>
          </p:cNvPr>
          <p:cNvPicPr preferRelativeResize="0"/>
          <p:nvPr/>
        </p:nvPicPr>
        <p:blipFill>
          <a:blip r:embed="rId3">
            <a:alphaModFix/>
          </a:blip>
          <a:stretch>
            <a:fillRect/>
          </a:stretch>
        </p:blipFill>
        <p:spPr>
          <a:xfrm>
            <a:off x="2690416" y="904875"/>
            <a:ext cx="5681792" cy="18472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714350" y="2254793"/>
            <a:ext cx="46863300" cy="2901900"/>
          </a:xfrm>
          <a:prstGeom prst="rect">
            <a:avLst/>
          </a:prstGeom>
          <a:noFill/>
          <a:ln>
            <a:noFill/>
          </a:ln>
        </p:spPr>
        <p:txBody>
          <a:bodyPr spcFirstLastPara="1" wrap="square" lIns="487600" tIns="487600" rIns="487600" bIns="487600" anchor="t" anchorCtr="0">
            <a:noAutofit/>
          </a:bodyPr>
          <a:lstStyle>
            <a:lvl1pPr lvl="0">
              <a:spcBef>
                <a:spcPts val="0"/>
              </a:spcBef>
              <a:spcAft>
                <a:spcPts val="0"/>
              </a:spcAft>
              <a:buClr>
                <a:schemeClr val="dk1"/>
              </a:buClr>
              <a:buSzPts val="14900"/>
              <a:buNone/>
              <a:defRPr sz="14900">
                <a:solidFill>
                  <a:schemeClr val="dk1"/>
                </a:solidFill>
              </a:defRPr>
            </a:lvl1pPr>
            <a:lvl2pPr lvl="1">
              <a:spcBef>
                <a:spcPts val="0"/>
              </a:spcBef>
              <a:spcAft>
                <a:spcPts val="0"/>
              </a:spcAft>
              <a:buClr>
                <a:schemeClr val="dk1"/>
              </a:buClr>
              <a:buSzPts val="14900"/>
              <a:buNone/>
              <a:defRPr sz="14900">
                <a:solidFill>
                  <a:schemeClr val="dk1"/>
                </a:solidFill>
              </a:defRPr>
            </a:lvl2pPr>
            <a:lvl3pPr lvl="2">
              <a:spcBef>
                <a:spcPts val="0"/>
              </a:spcBef>
              <a:spcAft>
                <a:spcPts val="0"/>
              </a:spcAft>
              <a:buClr>
                <a:schemeClr val="dk1"/>
              </a:buClr>
              <a:buSzPts val="14900"/>
              <a:buNone/>
              <a:defRPr sz="14900">
                <a:solidFill>
                  <a:schemeClr val="dk1"/>
                </a:solidFill>
              </a:defRPr>
            </a:lvl3pPr>
            <a:lvl4pPr lvl="3">
              <a:spcBef>
                <a:spcPts val="0"/>
              </a:spcBef>
              <a:spcAft>
                <a:spcPts val="0"/>
              </a:spcAft>
              <a:buClr>
                <a:schemeClr val="dk1"/>
              </a:buClr>
              <a:buSzPts val="14900"/>
              <a:buNone/>
              <a:defRPr sz="14900">
                <a:solidFill>
                  <a:schemeClr val="dk1"/>
                </a:solidFill>
              </a:defRPr>
            </a:lvl4pPr>
            <a:lvl5pPr lvl="4">
              <a:spcBef>
                <a:spcPts val="0"/>
              </a:spcBef>
              <a:spcAft>
                <a:spcPts val="0"/>
              </a:spcAft>
              <a:buClr>
                <a:schemeClr val="dk1"/>
              </a:buClr>
              <a:buSzPts val="14900"/>
              <a:buNone/>
              <a:defRPr sz="14900">
                <a:solidFill>
                  <a:schemeClr val="dk1"/>
                </a:solidFill>
              </a:defRPr>
            </a:lvl5pPr>
            <a:lvl6pPr lvl="5">
              <a:spcBef>
                <a:spcPts val="0"/>
              </a:spcBef>
              <a:spcAft>
                <a:spcPts val="0"/>
              </a:spcAft>
              <a:buClr>
                <a:schemeClr val="dk1"/>
              </a:buClr>
              <a:buSzPts val="14900"/>
              <a:buNone/>
              <a:defRPr sz="14900">
                <a:solidFill>
                  <a:schemeClr val="dk1"/>
                </a:solidFill>
              </a:defRPr>
            </a:lvl6pPr>
            <a:lvl7pPr lvl="6">
              <a:spcBef>
                <a:spcPts val="0"/>
              </a:spcBef>
              <a:spcAft>
                <a:spcPts val="0"/>
              </a:spcAft>
              <a:buClr>
                <a:schemeClr val="dk1"/>
              </a:buClr>
              <a:buSzPts val="14900"/>
              <a:buNone/>
              <a:defRPr sz="14900">
                <a:solidFill>
                  <a:schemeClr val="dk1"/>
                </a:solidFill>
              </a:defRPr>
            </a:lvl7pPr>
            <a:lvl8pPr lvl="7">
              <a:spcBef>
                <a:spcPts val="0"/>
              </a:spcBef>
              <a:spcAft>
                <a:spcPts val="0"/>
              </a:spcAft>
              <a:buClr>
                <a:schemeClr val="dk1"/>
              </a:buClr>
              <a:buSzPts val="14900"/>
              <a:buNone/>
              <a:defRPr sz="14900">
                <a:solidFill>
                  <a:schemeClr val="dk1"/>
                </a:solidFill>
              </a:defRPr>
            </a:lvl8pPr>
            <a:lvl9pPr lvl="8">
              <a:spcBef>
                <a:spcPts val="0"/>
              </a:spcBef>
              <a:spcAft>
                <a:spcPts val="0"/>
              </a:spcAft>
              <a:buClr>
                <a:schemeClr val="dk1"/>
              </a:buClr>
              <a:buSzPts val="14900"/>
              <a:buNone/>
              <a:defRPr sz="14900">
                <a:solidFill>
                  <a:schemeClr val="dk1"/>
                </a:solidFill>
              </a:defRPr>
            </a:lvl9pPr>
          </a:lstStyle>
          <a:p>
            <a:endParaRPr/>
          </a:p>
        </p:txBody>
      </p:sp>
      <p:sp>
        <p:nvSpPr>
          <p:cNvPr id="7" name="Google Shape;7;p1"/>
          <p:cNvSpPr txBox="1">
            <a:spLocks noGrp="1"/>
          </p:cNvSpPr>
          <p:nvPr>
            <p:ph type="body" idx="1"/>
          </p:nvPr>
        </p:nvSpPr>
        <p:spPr>
          <a:xfrm>
            <a:off x="1714350" y="5839207"/>
            <a:ext cx="46863300" cy="17309700"/>
          </a:xfrm>
          <a:prstGeom prst="rect">
            <a:avLst/>
          </a:prstGeom>
          <a:noFill/>
          <a:ln>
            <a:noFill/>
          </a:ln>
        </p:spPr>
        <p:txBody>
          <a:bodyPr spcFirstLastPara="1" wrap="square" lIns="487600" tIns="487600" rIns="487600" bIns="487600" anchor="t" anchorCtr="0">
            <a:noAutofit/>
          </a:bodyPr>
          <a:lstStyle>
            <a:lvl1pPr marL="457200" lvl="0" indent="-838200">
              <a:lnSpc>
                <a:spcPct val="115000"/>
              </a:lnSpc>
              <a:spcBef>
                <a:spcPts val="0"/>
              </a:spcBef>
              <a:spcAft>
                <a:spcPts val="0"/>
              </a:spcAft>
              <a:buClr>
                <a:schemeClr val="dk2"/>
              </a:buClr>
              <a:buSzPts val="9600"/>
              <a:buChar char="●"/>
              <a:defRPr sz="9600">
                <a:solidFill>
                  <a:schemeClr val="dk2"/>
                </a:solidFill>
              </a:defRPr>
            </a:lvl1pPr>
            <a:lvl2pPr marL="914400" lvl="1" indent="-704850">
              <a:lnSpc>
                <a:spcPct val="115000"/>
              </a:lnSpc>
              <a:spcBef>
                <a:spcPts val="8500"/>
              </a:spcBef>
              <a:spcAft>
                <a:spcPts val="0"/>
              </a:spcAft>
              <a:buClr>
                <a:schemeClr val="dk2"/>
              </a:buClr>
              <a:buSzPts val="7500"/>
              <a:buChar char="○"/>
              <a:defRPr sz="7500">
                <a:solidFill>
                  <a:schemeClr val="dk2"/>
                </a:solidFill>
              </a:defRPr>
            </a:lvl2pPr>
            <a:lvl3pPr marL="1371600" lvl="2" indent="-704850">
              <a:lnSpc>
                <a:spcPct val="115000"/>
              </a:lnSpc>
              <a:spcBef>
                <a:spcPts val="8500"/>
              </a:spcBef>
              <a:spcAft>
                <a:spcPts val="0"/>
              </a:spcAft>
              <a:buClr>
                <a:schemeClr val="dk2"/>
              </a:buClr>
              <a:buSzPts val="7500"/>
              <a:buChar char="■"/>
              <a:defRPr sz="7500">
                <a:solidFill>
                  <a:schemeClr val="dk2"/>
                </a:solidFill>
              </a:defRPr>
            </a:lvl3pPr>
            <a:lvl4pPr marL="1828800" lvl="3" indent="-704850">
              <a:lnSpc>
                <a:spcPct val="115000"/>
              </a:lnSpc>
              <a:spcBef>
                <a:spcPts val="8500"/>
              </a:spcBef>
              <a:spcAft>
                <a:spcPts val="0"/>
              </a:spcAft>
              <a:buClr>
                <a:schemeClr val="dk2"/>
              </a:buClr>
              <a:buSzPts val="7500"/>
              <a:buChar char="●"/>
              <a:defRPr sz="7500">
                <a:solidFill>
                  <a:schemeClr val="dk2"/>
                </a:solidFill>
              </a:defRPr>
            </a:lvl4pPr>
            <a:lvl5pPr marL="2286000" lvl="4" indent="-704850">
              <a:lnSpc>
                <a:spcPct val="115000"/>
              </a:lnSpc>
              <a:spcBef>
                <a:spcPts val="8500"/>
              </a:spcBef>
              <a:spcAft>
                <a:spcPts val="0"/>
              </a:spcAft>
              <a:buClr>
                <a:schemeClr val="dk2"/>
              </a:buClr>
              <a:buSzPts val="7500"/>
              <a:buChar char="○"/>
              <a:defRPr sz="7500">
                <a:solidFill>
                  <a:schemeClr val="dk2"/>
                </a:solidFill>
              </a:defRPr>
            </a:lvl5pPr>
            <a:lvl6pPr marL="2743200" lvl="5" indent="-704850">
              <a:lnSpc>
                <a:spcPct val="115000"/>
              </a:lnSpc>
              <a:spcBef>
                <a:spcPts val="8500"/>
              </a:spcBef>
              <a:spcAft>
                <a:spcPts val="0"/>
              </a:spcAft>
              <a:buClr>
                <a:schemeClr val="dk2"/>
              </a:buClr>
              <a:buSzPts val="7500"/>
              <a:buChar char="■"/>
              <a:defRPr sz="7500">
                <a:solidFill>
                  <a:schemeClr val="dk2"/>
                </a:solidFill>
              </a:defRPr>
            </a:lvl6pPr>
            <a:lvl7pPr marL="3200400" lvl="6" indent="-704850">
              <a:lnSpc>
                <a:spcPct val="115000"/>
              </a:lnSpc>
              <a:spcBef>
                <a:spcPts val="8500"/>
              </a:spcBef>
              <a:spcAft>
                <a:spcPts val="0"/>
              </a:spcAft>
              <a:buClr>
                <a:schemeClr val="dk2"/>
              </a:buClr>
              <a:buSzPts val="7500"/>
              <a:buChar char="●"/>
              <a:defRPr sz="7500">
                <a:solidFill>
                  <a:schemeClr val="dk2"/>
                </a:solidFill>
              </a:defRPr>
            </a:lvl7pPr>
            <a:lvl8pPr marL="3657600" lvl="7" indent="-704850">
              <a:lnSpc>
                <a:spcPct val="115000"/>
              </a:lnSpc>
              <a:spcBef>
                <a:spcPts val="8500"/>
              </a:spcBef>
              <a:spcAft>
                <a:spcPts val="0"/>
              </a:spcAft>
              <a:buClr>
                <a:schemeClr val="dk2"/>
              </a:buClr>
              <a:buSzPts val="7500"/>
              <a:buChar char="○"/>
              <a:defRPr sz="7500">
                <a:solidFill>
                  <a:schemeClr val="dk2"/>
                </a:solidFill>
              </a:defRPr>
            </a:lvl8pPr>
            <a:lvl9pPr marL="4114800" lvl="8" indent="-704850">
              <a:lnSpc>
                <a:spcPct val="115000"/>
              </a:lnSpc>
              <a:spcBef>
                <a:spcPts val="8500"/>
              </a:spcBef>
              <a:spcAft>
                <a:spcPts val="8500"/>
              </a:spcAft>
              <a:buClr>
                <a:schemeClr val="dk2"/>
              </a:buClr>
              <a:buSzPts val="7500"/>
              <a:buChar char="■"/>
              <a:defRPr sz="7500">
                <a:solidFill>
                  <a:schemeClr val="dk2"/>
                </a:solidFill>
              </a:defRPr>
            </a:lvl9pPr>
          </a:lstStyle>
          <a:p>
            <a:endParaRPr/>
          </a:p>
        </p:txBody>
      </p:sp>
      <p:sp>
        <p:nvSpPr>
          <p:cNvPr id="8" name="Google Shape;8;p1"/>
          <p:cNvSpPr txBox="1">
            <a:spLocks noGrp="1"/>
          </p:cNvSpPr>
          <p:nvPr>
            <p:ph type="sldNum" idx="12"/>
          </p:nvPr>
        </p:nvSpPr>
        <p:spPr>
          <a:xfrm>
            <a:off x="46598517" y="23626965"/>
            <a:ext cx="3017700" cy="1994400"/>
          </a:xfrm>
          <a:prstGeom prst="rect">
            <a:avLst/>
          </a:prstGeom>
          <a:noFill/>
          <a:ln>
            <a:noFill/>
          </a:ln>
        </p:spPr>
        <p:txBody>
          <a:bodyPr spcFirstLastPara="1" wrap="square" lIns="487600" tIns="487600" rIns="487600" bIns="487600" anchor="ctr" anchorCtr="0">
            <a:noAutofit/>
          </a:bodyPr>
          <a:lstStyle>
            <a:lvl1pPr lvl="0" algn="r">
              <a:buNone/>
              <a:defRPr sz="5300">
                <a:solidFill>
                  <a:schemeClr val="dk2"/>
                </a:solidFill>
              </a:defRPr>
            </a:lvl1pPr>
            <a:lvl2pPr lvl="1" algn="r">
              <a:buNone/>
              <a:defRPr sz="5300">
                <a:solidFill>
                  <a:schemeClr val="dk2"/>
                </a:solidFill>
              </a:defRPr>
            </a:lvl2pPr>
            <a:lvl3pPr lvl="2" algn="r">
              <a:buNone/>
              <a:defRPr sz="5300">
                <a:solidFill>
                  <a:schemeClr val="dk2"/>
                </a:solidFill>
              </a:defRPr>
            </a:lvl3pPr>
            <a:lvl4pPr lvl="3" algn="r">
              <a:buNone/>
              <a:defRPr sz="5300">
                <a:solidFill>
                  <a:schemeClr val="dk2"/>
                </a:solidFill>
              </a:defRPr>
            </a:lvl4pPr>
            <a:lvl5pPr lvl="4" algn="r">
              <a:buNone/>
              <a:defRPr sz="5300">
                <a:solidFill>
                  <a:schemeClr val="dk2"/>
                </a:solidFill>
              </a:defRPr>
            </a:lvl5pPr>
            <a:lvl6pPr lvl="5" algn="r">
              <a:buNone/>
              <a:defRPr sz="5300">
                <a:solidFill>
                  <a:schemeClr val="dk2"/>
                </a:solidFill>
              </a:defRPr>
            </a:lvl6pPr>
            <a:lvl7pPr lvl="6" algn="r">
              <a:buNone/>
              <a:defRPr sz="5300">
                <a:solidFill>
                  <a:schemeClr val="dk2"/>
                </a:solidFill>
              </a:defRPr>
            </a:lvl7pPr>
            <a:lvl8pPr lvl="7" algn="r">
              <a:buNone/>
              <a:defRPr sz="5300">
                <a:solidFill>
                  <a:schemeClr val="dk2"/>
                </a:solidFill>
              </a:defRPr>
            </a:lvl8pPr>
            <a:lvl9pPr lvl="8" algn="r">
              <a:buNone/>
              <a:defRPr sz="53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hyperlink" Target="https://www.kaggle.com/datasets/azharsaleem/real-estate-goldmine-dubai-uae-rental-market" TargetMode="External"/><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Shape 54"/>
        <p:cNvGrpSpPr/>
        <p:nvPr/>
      </p:nvGrpSpPr>
      <p:grpSpPr>
        <a:xfrm>
          <a:off x="0" y="0"/>
          <a:ext cx="0" cy="0"/>
          <a:chOff x="0" y="0"/>
          <a:chExt cx="0" cy="0"/>
        </a:xfrm>
      </p:grpSpPr>
      <p:sp>
        <p:nvSpPr>
          <p:cNvPr id="55" name="Google Shape;55;p13"/>
          <p:cNvSpPr/>
          <p:nvPr/>
        </p:nvSpPr>
        <p:spPr>
          <a:xfrm>
            <a:off x="8116740" y="722079"/>
            <a:ext cx="41153400" cy="3412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3"/>
          <p:cNvSpPr/>
          <p:nvPr/>
        </p:nvSpPr>
        <p:spPr>
          <a:xfrm>
            <a:off x="2052674" y="721960"/>
            <a:ext cx="5758500" cy="3873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3"/>
          <p:cNvSpPr/>
          <p:nvPr/>
        </p:nvSpPr>
        <p:spPr>
          <a:xfrm>
            <a:off x="17221200" y="4234800"/>
            <a:ext cx="15903600" cy="20987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endParaRPr/>
          </a:p>
        </p:txBody>
      </p:sp>
      <p:sp>
        <p:nvSpPr>
          <p:cNvPr id="58" name="Google Shape;58;p13"/>
          <p:cNvSpPr/>
          <p:nvPr/>
        </p:nvSpPr>
        <p:spPr>
          <a:xfrm>
            <a:off x="1371600" y="4267200"/>
            <a:ext cx="15903600" cy="20987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3"/>
          <p:cNvSpPr/>
          <p:nvPr/>
        </p:nvSpPr>
        <p:spPr>
          <a:xfrm>
            <a:off x="32308800" y="4234800"/>
            <a:ext cx="16916400" cy="20987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3"/>
          <p:cNvSpPr txBox="1"/>
          <p:nvPr/>
        </p:nvSpPr>
        <p:spPr>
          <a:xfrm>
            <a:off x="8867031" y="457200"/>
            <a:ext cx="33467700" cy="264345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US" sz="7500" b="1" dirty="0" smtClean="0">
                <a:solidFill>
                  <a:schemeClr val="tx1"/>
                </a:solidFill>
                <a:latin typeface="Times New Roman" pitchFamily="18" charset="0"/>
                <a:ea typeface="Oswald"/>
                <a:cs typeface="Times New Roman" pitchFamily="18" charset="0"/>
                <a:sym typeface="Oswald"/>
              </a:rPr>
              <a:t>Data Visualization Module </a:t>
            </a:r>
          </a:p>
          <a:p>
            <a:pPr algn="just">
              <a:lnSpc>
                <a:spcPct val="115000"/>
              </a:lnSpc>
              <a:buClr>
                <a:schemeClr val="dk1"/>
              </a:buClr>
              <a:buSzPts val="1100"/>
            </a:pPr>
            <a:r>
              <a:rPr lang="en-US" sz="7500" b="1" dirty="0" smtClean="0">
                <a:solidFill>
                  <a:schemeClr val="tx1"/>
                </a:solidFill>
                <a:latin typeface="Times New Roman" pitchFamily="18" charset="0"/>
                <a:ea typeface="Oswald"/>
                <a:cs typeface="Times New Roman" pitchFamily="18" charset="0"/>
                <a:sym typeface="Oswald"/>
              </a:rPr>
              <a:t>Poster Presentation on </a:t>
            </a:r>
            <a:r>
              <a:rPr lang="en-US" sz="8000" b="1" dirty="0" smtClean="0">
                <a:solidFill>
                  <a:schemeClr val="tx1"/>
                </a:solidFill>
                <a:latin typeface="Times New Roman" pitchFamily="18" charset="0"/>
                <a:cs typeface="Times New Roman" pitchFamily="18" charset="0"/>
              </a:rPr>
              <a:t>Dubai, UAE Rental Properties Dataset</a:t>
            </a:r>
          </a:p>
          <a:p>
            <a:pPr marL="0" lvl="0" indent="0" algn="l" rtl="0">
              <a:lnSpc>
                <a:spcPct val="115000"/>
              </a:lnSpc>
              <a:spcBef>
                <a:spcPts val="0"/>
              </a:spcBef>
              <a:spcAft>
                <a:spcPts val="0"/>
              </a:spcAft>
              <a:buClr>
                <a:schemeClr val="dk1"/>
              </a:buClr>
              <a:buSzPts val="1100"/>
              <a:buFont typeface="Arial"/>
              <a:buNone/>
            </a:pPr>
            <a:endParaRPr sz="7500" b="1">
              <a:solidFill>
                <a:srgbClr val="FFFFFF"/>
              </a:solidFill>
              <a:latin typeface="Oswald"/>
              <a:ea typeface="Oswald"/>
              <a:cs typeface="Oswald"/>
              <a:sym typeface="Oswald"/>
            </a:endParaRPr>
          </a:p>
          <a:p>
            <a:pPr marL="0" lvl="0" indent="0" algn="l" rtl="0">
              <a:spcBef>
                <a:spcPts val="0"/>
              </a:spcBef>
              <a:spcAft>
                <a:spcPts val="0"/>
              </a:spcAft>
              <a:buNone/>
            </a:pPr>
            <a:endParaRPr sz="9600" b="1">
              <a:latin typeface="Oswald"/>
              <a:ea typeface="Oswald"/>
              <a:cs typeface="Oswald"/>
              <a:sym typeface="Oswald"/>
            </a:endParaRPr>
          </a:p>
        </p:txBody>
      </p:sp>
      <p:sp>
        <p:nvSpPr>
          <p:cNvPr id="61" name="Google Shape;61;p13"/>
          <p:cNvSpPr txBox="1"/>
          <p:nvPr/>
        </p:nvSpPr>
        <p:spPr>
          <a:xfrm>
            <a:off x="8930774" y="3063900"/>
            <a:ext cx="39047100" cy="97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5000" b="1" dirty="0" smtClean="0">
                <a:solidFill>
                  <a:schemeClr val="bg1"/>
                </a:solidFill>
                <a:latin typeface="Times New Roman" pitchFamily="18" charset="0"/>
                <a:ea typeface="Droid Serif"/>
                <a:cs typeface="Times New Roman" pitchFamily="18" charset="0"/>
                <a:sym typeface="Droid Serif"/>
              </a:rPr>
              <a:t>Prepared by: Student ID_230233928</a:t>
            </a:r>
            <a:endParaRPr sz="5000" b="1">
              <a:solidFill>
                <a:schemeClr val="bg1"/>
              </a:solidFill>
              <a:latin typeface="Times New Roman" pitchFamily="18" charset="0"/>
              <a:ea typeface="Droid Serif"/>
              <a:cs typeface="Times New Roman" pitchFamily="18" charset="0"/>
              <a:sym typeface="Droid Serif"/>
            </a:endParaRPr>
          </a:p>
          <a:p>
            <a:pPr marL="0" lvl="0" indent="0" algn="l" rtl="0">
              <a:lnSpc>
                <a:spcPct val="115000"/>
              </a:lnSpc>
              <a:spcBef>
                <a:spcPts val="0"/>
              </a:spcBef>
              <a:spcAft>
                <a:spcPts val="0"/>
              </a:spcAft>
              <a:buNone/>
            </a:pPr>
            <a:endParaRPr sz="5000">
              <a:solidFill>
                <a:srgbClr val="FFFFFF"/>
              </a:solidFill>
              <a:latin typeface="Droid Serif"/>
              <a:ea typeface="Droid Serif"/>
              <a:cs typeface="Droid Serif"/>
              <a:sym typeface="Droid Serif"/>
            </a:endParaRPr>
          </a:p>
          <a:p>
            <a:pPr marL="0" lvl="0" indent="0" algn="l" rtl="0">
              <a:lnSpc>
                <a:spcPct val="115000"/>
              </a:lnSpc>
              <a:spcBef>
                <a:spcPts val="0"/>
              </a:spcBef>
              <a:spcAft>
                <a:spcPts val="0"/>
              </a:spcAft>
              <a:buNone/>
            </a:pPr>
            <a:endParaRPr sz="8500">
              <a:solidFill>
                <a:srgbClr val="FFFFFF"/>
              </a:solidFill>
              <a:latin typeface="Oswald"/>
              <a:ea typeface="Oswald"/>
              <a:cs typeface="Oswald"/>
              <a:sym typeface="Oswald"/>
            </a:endParaRPr>
          </a:p>
          <a:p>
            <a:pPr marL="0" lvl="0" indent="0" algn="l" rtl="0">
              <a:spcBef>
                <a:spcPts val="0"/>
              </a:spcBef>
              <a:spcAft>
                <a:spcPts val="0"/>
              </a:spcAft>
              <a:buClr>
                <a:srgbClr val="000000"/>
              </a:buClr>
              <a:buSzPts val="1100"/>
              <a:buFont typeface="Arial"/>
              <a:buNone/>
            </a:pPr>
            <a:endParaRPr sz="9600">
              <a:latin typeface="Oswald"/>
              <a:ea typeface="Oswald"/>
              <a:cs typeface="Oswald"/>
              <a:sym typeface="Oswald"/>
            </a:endParaRPr>
          </a:p>
          <a:p>
            <a:pPr marL="0" lvl="0" indent="0" algn="l" rtl="0">
              <a:lnSpc>
                <a:spcPct val="115000"/>
              </a:lnSpc>
              <a:spcBef>
                <a:spcPts val="0"/>
              </a:spcBef>
              <a:spcAft>
                <a:spcPts val="0"/>
              </a:spcAft>
              <a:buNone/>
            </a:pPr>
            <a:endParaRPr sz="8500">
              <a:solidFill>
                <a:srgbClr val="FFFFFF"/>
              </a:solidFill>
              <a:latin typeface="Oswald"/>
              <a:ea typeface="Oswald"/>
              <a:cs typeface="Oswald"/>
              <a:sym typeface="Oswald"/>
            </a:endParaRPr>
          </a:p>
          <a:p>
            <a:pPr marL="0" lvl="0" indent="0" algn="l" rtl="0">
              <a:spcBef>
                <a:spcPts val="0"/>
              </a:spcBef>
              <a:spcAft>
                <a:spcPts val="0"/>
              </a:spcAft>
              <a:buNone/>
            </a:pPr>
            <a:endParaRPr sz="9600">
              <a:latin typeface="Oswald"/>
              <a:ea typeface="Oswald"/>
              <a:cs typeface="Oswald"/>
              <a:sym typeface="Oswald"/>
            </a:endParaRPr>
          </a:p>
        </p:txBody>
      </p:sp>
      <p:sp>
        <p:nvSpPr>
          <p:cNvPr id="62" name="Google Shape;62;p13"/>
          <p:cNvSpPr txBox="1"/>
          <p:nvPr/>
        </p:nvSpPr>
        <p:spPr>
          <a:xfrm>
            <a:off x="28535756" y="2619150"/>
            <a:ext cx="13900500" cy="97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6000">
              <a:solidFill>
                <a:srgbClr val="D0E0E3"/>
              </a:solidFill>
              <a:latin typeface="Droid Serif"/>
              <a:ea typeface="Droid Serif"/>
              <a:cs typeface="Droid Serif"/>
              <a:sym typeface="Droid Serif"/>
            </a:endParaRPr>
          </a:p>
          <a:p>
            <a:pPr marL="0" lvl="0" indent="0" algn="l" rtl="0">
              <a:lnSpc>
                <a:spcPct val="115000"/>
              </a:lnSpc>
              <a:spcBef>
                <a:spcPts val="0"/>
              </a:spcBef>
              <a:spcAft>
                <a:spcPts val="0"/>
              </a:spcAft>
              <a:buNone/>
            </a:pPr>
            <a:endParaRPr sz="6000">
              <a:solidFill>
                <a:srgbClr val="D0E0E3"/>
              </a:solidFill>
              <a:latin typeface="Droid Serif"/>
              <a:ea typeface="Droid Serif"/>
              <a:cs typeface="Droid Serif"/>
              <a:sym typeface="Droid Serif"/>
            </a:endParaRPr>
          </a:p>
          <a:p>
            <a:pPr marL="0" lvl="0" indent="0" algn="l" rtl="0">
              <a:lnSpc>
                <a:spcPct val="115000"/>
              </a:lnSpc>
              <a:spcBef>
                <a:spcPts val="0"/>
              </a:spcBef>
              <a:spcAft>
                <a:spcPts val="0"/>
              </a:spcAft>
              <a:buNone/>
            </a:pPr>
            <a:endParaRPr sz="6000">
              <a:solidFill>
                <a:srgbClr val="D0E0E3"/>
              </a:solidFill>
              <a:latin typeface="Droid Serif"/>
              <a:ea typeface="Droid Serif"/>
              <a:cs typeface="Droid Serif"/>
              <a:sym typeface="Droid Serif"/>
            </a:endParaRPr>
          </a:p>
          <a:p>
            <a:pPr marL="0" lvl="0" indent="0" algn="l" rtl="0">
              <a:lnSpc>
                <a:spcPct val="115000"/>
              </a:lnSpc>
              <a:spcBef>
                <a:spcPts val="0"/>
              </a:spcBef>
              <a:spcAft>
                <a:spcPts val="0"/>
              </a:spcAft>
              <a:buNone/>
            </a:pPr>
            <a:endParaRPr sz="8500">
              <a:solidFill>
                <a:srgbClr val="FFFFFF"/>
              </a:solidFill>
              <a:latin typeface="Oswald"/>
              <a:ea typeface="Oswald"/>
              <a:cs typeface="Oswald"/>
              <a:sym typeface="Oswald"/>
            </a:endParaRPr>
          </a:p>
          <a:p>
            <a:pPr marL="0" lvl="0" indent="0" algn="l" rtl="0">
              <a:spcBef>
                <a:spcPts val="0"/>
              </a:spcBef>
              <a:spcAft>
                <a:spcPts val="0"/>
              </a:spcAft>
              <a:buNone/>
            </a:pPr>
            <a:endParaRPr sz="9600">
              <a:latin typeface="Oswald"/>
              <a:ea typeface="Oswald"/>
              <a:cs typeface="Oswald"/>
              <a:sym typeface="Oswald"/>
            </a:endParaRPr>
          </a:p>
          <a:p>
            <a:pPr marL="0" lvl="0" indent="0" algn="l" rtl="0">
              <a:lnSpc>
                <a:spcPct val="115000"/>
              </a:lnSpc>
              <a:spcBef>
                <a:spcPts val="0"/>
              </a:spcBef>
              <a:spcAft>
                <a:spcPts val="0"/>
              </a:spcAft>
              <a:buNone/>
            </a:pPr>
            <a:endParaRPr sz="8500">
              <a:solidFill>
                <a:srgbClr val="FFFFFF"/>
              </a:solidFill>
              <a:latin typeface="Oswald"/>
              <a:ea typeface="Oswald"/>
              <a:cs typeface="Oswald"/>
              <a:sym typeface="Oswald"/>
            </a:endParaRPr>
          </a:p>
          <a:p>
            <a:pPr marL="0" lvl="0" indent="0" algn="l" rtl="0">
              <a:spcBef>
                <a:spcPts val="0"/>
              </a:spcBef>
              <a:spcAft>
                <a:spcPts val="0"/>
              </a:spcAft>
              <a:buNone/>
            </a:pPr>
            <a:endParaRPr sz="9600">
              <a:latin typeface="Oswald"/>
              <a:ea typeface="Oswald"/>
              <a:cs typeface="Oswald"/>
              <a:sym typeface="Oswald"/>
            </a:endParaRPr>
          </a:p>
        </p:txBody>
      </p:sp>
      <p:sp>
        <p:nvSpPr>
          <p:cNvPr id="63" name="Google Shape;63;p13"/>
          <p:cNvSpPr txBox="1"/>
          <p:nvPr/>
        </p:nvSpPr>
        <p:spPr>
          <a:xfrm>
            <a:off x="2336897" y="4495800"/>
            <a:ext cx="6730903" cy="114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5400" b="1" dirty="0" smtClean="0">
                <a:solidFill>
                  <a:srgbClr val="666666"/>
                </a:solidFill>
                <a:latin typeface="Times New Roman" pitchFamily="18" charset="0"/>
                <a:ea typeface="Oswald"/>
                <a:cs typeface="Times New Roman" pitchFamily="18" charset="0"/>
                <a:sym typeface="Oswald"/>
              </a:rPr>
              <a:t>Introduction</a:t>
            </a:r>
            <a:endParaRPr sz="5400" b="1">
              <a:solidFill>
                <a:srgbClr val="666666"/>
              </a:solidFill>
              <a:latin typeface="Times New Roman" pitchFamily="18" charset="0"/>
              <a:ea typeface="Oswald"/>
              <a:cs typeface="Times New Roman" pitchFamily="18" charset="0"/>
              <a:sym typeface="Oswald"/>
            </a:endParaRPr>
          </a:p>
          <a:p>
            <a:pPr marL="0" lvl="0" indent="0" algn="l" rtl="0">
              <a:spcBef>
                <a:spcPts val="0"/>
              </a:spcBef>
              <a:spcAft>
                <a:spcPts val="0"/>
              </a:spcAft>
              <a:buNone/>
            </a:pPr>
            <a:endParaRPr>
              <a:latin typeface="Oswald"/>
              <a:ea typeface="Oswald"/>
              <a:cs typeface="Oswald"/>
              <a:sym typeface="Oswald"/>
            </a:endParaRPr>
          </a:p>
        </p:txBody>
      </p:sp>
      <p:sp>
        <p:nvSpPr>
          <p:cNvPr id="64" name="Google Shape;64;p13"/>
          <p:cNvSpPr/>
          <p:nvPr/>
        </p:nvSpPr>
        <p:spPr>
          <a:xfrm>
            <a:off x="1027182" y="24995925"/>
            <a:ext cx="15903600" cy="309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3"/>
          <p:cNvSpPr/>
          <p:nvPr/>
        </p:nvSpPr>
        <p:spPr>
          <a:xfrm>
            <a:off x="17222201" y="24995925"/>
            <a:ext cx="15903600" cy="309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5"/>
              </a:solidFill>
            </a:endParaRPr>
          </a:p>
        </p:txBody>
      </p:sp>
      <p:sp>
        <p:nvSpPr>
          <p:cNvPr id="66" name="Google Shape;66;p13"/>
          <p:cNvSpPr/>
          <p:nvPr/>
        </p:nvSpPr>
        <p:spPr>
          <a:xfrm>
            <a:off x="33366728" y="24995925"/>
            <a:ext cx="15903600" cy="309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3"/>
          <p:cNvSpPr txBox="1"/>
          <p:nvPr/>
        </p:nvSpPr>
        <p:spPr>
          <a:xfrm>
            <a:off x="2438400" y="18973800"/>
            <a:ext cx="5867400" cy="729000"/>
          </a:xfrm>
          <a:prstGeom prst="rect">
            <a:avLst/>
          </a:prstGeom>
          <a:noFill/>
          <a:ln>
            <a:noFill/>
          </a:ln>
        </p:spPr>
        <p:txBody>
          <a:bodyPr spcFirstLastPara="1" wrap="square" lIns="91425" tIns="91425" rIns="91425" bIns="91425" anchor="t" anchorCtr="0">
            <a:noAutofit/>
          </a:bodyPr>
          <a:lstStyle/>
          <a:p>
            <a:pPr lvl="0"/>
            <a:r>
              <a:rPr lang="en-US" sz="5400" b="1" dirty="0" smtClean="0">
                <a:latin typeface="Times New Roman" pitchFamily="18" charset="0"/>
                <a:ea typeface="Oswald"/>
                <a:cs typeface="Times New Roman" pitchFamily="18" charset="0"/>
                <a:sym typeface="Oswald"/>
              </a:rPr>
              <a:t>Methodology </a:t>
            </a:r>
            <a:endParaRPr lang="en-US" sz="5400" b="1" dirty="0">
              <a:latin typeface="Times New Roman" pitchFamily="18" charset="0"/>
              <a:ea typeface="Oswald"/>
              <a:cs typeface="Times New Roman" pitchFamily="18" charset="0"/>
              <a:sym typeface="Oswald"/>
            </a:endParaRPr>
          </a:p>
        </p:txBody>
      </p:sp>
      <p:sp>
        <p:nvSpPr>
          <p:cNvPr id="68" name="Google Shape;68;p13"/>
          <p:cNvSpPr txBox="1"/>
          <p:nvPr/>
        </p:nvSpPr>
        <p:spPr>
          <a:xfrm>
            <a:off x="2286000" y="5486400"/>
            <a:ext cx="8915400" cy="7620000"/>
          </a:xfrm>
          <a:prstGeom prst="rect">
            <a:avLst/>
          </a:prstGeom>
          <a:noFill/>
          <a:ln>
            <a:noFill/>
          </a:ln>
        </p:spPr>
        <p:txBody>
          <a:bodyPr spcFirstLastPara="1" wrap="square" lIns="91425" tIns="91425" rIns="91425" bIns="91425" anchor="t" anchorCtr="0">
            <a:noAutofit/>
          </a:bodyPr>
          <a:lstStyle/>
          <a:p>
            <a:pPr marL="457200" lvl="0" indent="-381000" algn="just">
              <a:lnSpc>
                <a:spcPct val="115000"/>
              </a:lnSpc>
              <a:buClr>
                <a:srgbClr val="434343"/>
              </a:buClr>
              <a:buSzPts val="2400"/>
              <a:buFont typeface="Droid Serif"/>
              <a:buChar char="●"/>
            </a:pPr>
            <a:r>
              <a:rPr lang="en-US" sz="3600" dirty="0" smtClean="0">
                <a:latin typeface="Times New Roman" pitchFamily="18" charset="0"/>
                <a:cs typeface="Times New Roman" pitchFamily="18" charset="0"/>
              </a:rPr>
              <a:t>The dataset is about  </a:t>
            </a:r>
            <a:r>
              <a:rPr lang="en-US" sz="3600" b="1" dirty="0" smtClean="0">
                <a:latin typeface="Times New Roman" pitchFamily="18" charset="0"/>
                <a:cs typeface="Times New Roman" pitchFamily="18" charset="0"/>
              </a:rPr>
              <a:t>Abu Dhabi rental properties.</a:t>
            </a:r>
            <a:endParaRPr lang="en-US" sz="3600" dirty="0" smtClean="0">
              <a:latin typeface="Times New Roman" pitchFamily="18" charset="0"/>
              <a:cs typeface="Times New Roman" pitchFamily="18" charset="0"/>
            </a:endParaRPr>
          </a:p>
          <a:p>
            <a:pPr marL="457200" lvl="0" indent="-381000" algn="just">
              <a:lnSpc>
                <a:spcPct val="115000"/>
              </a:lnSpc>
              <a:buClr>
                <a:srgbClr val="434343"/>
              </a:buClr>
              <a:buSzPts val="2400"/>
              <a:buFont typeface="Droid Serif"/>
              <a:buChar char="●"/>
            </a:pPr>
            <a:r>
              <a:rPr lang="en-US" sz="3600" dirty="0" smtClean="0">
                <a:latin typeface="Times New Roman" pitchFamily="18" charset="0"/>
                <a:cs typeface="Times New Roman" pitchFamily="18" charset="0"/>
              </a:rPr>
              <a:t>The dataset includes details on a range of </a:t>
            </a:r>
            <a:r>
              <a:rPr lang="en-US" sz="3600" b="1" dirty="0" smtClean="0">
                <a:latin typeface="Times New Roman" pitchFamily="18" charset="0"/>
                <a:cs typeface="Times New Roman" pitchFamily="18" charset="0"/>
              </a:rPr>
              <a:t>Abu Dhabi rental properties</a:t>
            </a:r>
            <a:r>
              <a:rPr lang="en-US" sz="3600" dirty="0" smtClean="0">
                <a:latin typeface="Times New Roman" pitchFamily="18" charset="0"/>
                <a:cs typeface="Times New Roman" pitchFamily="18" charset="0"/>
              </a:rPr>
              <a:t>, such as villas, apartments, and penthouses.</a:t>
            </a:r>
          </a:p>
          <a:p>
            <a:pPr marL="457200" lvl="0" indent="-381000" algn="just">
              <a:lnSpc>
                <a:spcPct val="115000"/>
              </a:lnSpc>
              <a:buClr>
                <a:srgbClr val="434343"/>
              </a:buClr>
              <a:buSzPts val="2400"/>
              <a:buFont typeface="Droid Serif"/>
              <a:buChar char="●"/>
            </a:pPr>
            <a:r>
              <a:rPr lang="en-US" sz="3600" dirty="0" smtClean="0">
                <a:latin typeface="Times New Roman" pitchFamily="18" charset="0"/>
                <a:cs typeface="Times New Roman" pitchFamily="18" charset="0"/>
              </a:rPr>
              <a:t>Rent, the number of bedrooms and bathrooms, the type of property, the area, the rent per square foot, the rent category, and other details like the purpose, the furnishing status, the posted date, the location, and the geographic coordinates are all included in this dataset.</a:t>
            </a:r>
          </a:p>
          <a:p>
            <a:pPr marL="457200" lvl="0" indent="-381000" algn="just">
              <a:lnSpc>
                <a:spcPct val="115000"/>
              </a:lnSpc>
              <a:buClr>
                <a:srgbClr val="434343"/>
              </a:buClr>
              <a:buSzPts val="2400"/>
            </a:pPr>
            <a:endParaRPr sz="3600">
              <a:latin typeface="Times New Roman" pitchFamily="18" charset="0"/>
              <a:ea typeface="Oswald"/>
              <a:cs typeface="Times New Roman" pitchFamily="18" charset="0"/>
              <a:sym typeface="Oswald"/>
            </a:endParaRPr>
          </a:p>
        </p:txBody>
      </p:sp>
      <p:sp>
        <p:nvSpPr>
          <p:cNvPr id="69" name="Google Shape;69;p13"/>
          <p:cNvSpPr txBox="1"/>
          <p:nvPr/>
        </p:nvSpPr>
        <p:spPr>
          <a:xfrm>
            <a:off x="2590800" y="13792200"/>
            <a:ext cx="8458200" cy="6172200"/>
          </a:xfrm>
          <a:prstGeom prst="rect">
            <a:avLst/>
          </a:prstGeom>
          <a:noFill/>
          <a:ln>
            <a:noFill/>
          </a:ln>
        </p:spPr>
        <p:txBody>
          <a:bodyPr spcFirstLastPara="1" wrap="square" lIns="91425" tIns="91425" rIns="91425" bIns="91425" anchor="t" anchorCtr="0">
            <a:noAutofit/>
          </a:bodyPr>
          <a:lstStyle/>
          <a:p>
            <a:pPr lvl="0" algn="just" fontAlgn="base"/>
            <a:r>
              <a:rPr lang="en-US" sz="3600" dirty="0" smtClean="0">
                <a:latin typeface="Times New Roman" pitchFamily="18" charset="0"/>
                <a:cs typeface="Times New Roman" pitchFamily="18" charset="0"/>
              </a:rPr>
              <a:t>- The dataset downloaded from </a:t>
            </a:r>
            <a:r>
              <a:rPr lang="en-US" sz="3600" dirty="0" err="1" smtClean="0">
                <a:latin typeface="Times New Roman" pitchFamily="18" charset="0"/>
                <a:cs typeface="Times New Roman" pitchFamily="18" charset="0"/>
              </a:rPr>
              <a:t>kaggle</a:t>
            </a:r>
            <a:r>
              <a:rPr lang="en-US" sz="3600" dirty="0" smtClean="0">
                <a:latin typeface="Times New Roman" pitchFamily="18" charset="0"/>
                <a:cs typeface="Times New Roman" pitchFamily="18" charset="0"/>
              </a:rPr>
              <a:t> and selected dataset contains 73742 rows and 17 columns.</a:t>
            </a:r>
          </a:p>
          <a:p>
            <a:pPr lvl="0" algn="just" fontAlgn="base"/>
            <a:r>
              <a:rPr lang="en-US" sz="3600" dirty="0" smtClean="0">
                <a:latin typeface="Times New Roman" pitchFamily="18" charset="0"/>
                <a:cs typeface="Times New Roman" pitchFamily="18" charset="0"/>
              </a:rPr>
              <a:t>- For further details about the dataset and its license directly get from the URL </a:t>
            </a:r>
            <a:r>
              <a:rPr lang="en-US" sz="3600" u="sng" dirty="0" smtClean="0">
                <a:latin typeface="Times New Roman" pitchFamily="18" charset="0"/>
                <a:cs typeface="Times New Roman" pitchFamily="18" charset="0"/>
                <a:hlinkClick r:id="rId3"/>
              </a:rPr>
              <a:t>https://www.kaggle.com/datasets/azharsaleem/real-estate-goldmine-dubai-uae-rental-market</a:t>
            </a:r>
            <a:endParaRPr lang="en-US" sz="3600" dirty="0" smtClean="0">
              <a:latin typeface="Times New Roman" pitchFamily="18" charset="0"/>
              <a:cs typeface="Times New Roman" pitchFamily="18" charset="0"/>
            </a:endParaRPr>
          </a:p>
          <a:p>
            <a:pPr algn="just" fontAlgn="base"/>
            <a:r>
              <a:rPr lang="en-US" sz="3600" dirty="0" smtClean="0">
                <a:latin typeface="Times New Roman" pitchFamily="18" charset="0"/>
                <a:cs typeface="Times New Roman" pitchFamily="18" charset="0"/>
              </a:rPr>
              <a:t>​</a:t>
            </a:r>
            <a:endParaRPr lang="en-US" sz="3600" dirty="0">
              <a:latin typeface="Times New Roman" pitchFamily="18" charset="0"/>
              <a:cs typeface="Times New Roman" pitchFamily="18" charset="0"/>
            </a:endParaRPr>
          </a:p>
        </p:txBody>
      </p:sp>
      <p:sp>
        <p:nvSpPr>
          <p:cNvPr id="70" name="Google Shape;70;p13"/>
          <p:cNvSpPr txBox="1"/>
          <p:nvPr/>
        </p:nvSpPr>
        <p:spPr>
          <a:xfrm>
            <a:off x="2336902" y="23413383"/>
            <a:ext cx="11785800" cy="97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400">
              <a:solidFill>
                <a:srgbClr val="434343"/>
              </a:solidFill>
              <a:latin typeface="Droid Serif"/>
              <a:ea typeface="Droid Serif"/>
              <a:cs typeface="Droid Serif"/>
              <a:sym typeface="Droid Serif"/>
            </a:endParaRPr>
          </a:p>
        </p:txBody>
      </p:sp>
      <p:sp>
        <p:nvSpPr>
          <p:cNvPr id="71" name="Google Shape;71;p13"/>
          <p:cNvSpPr txBox="1"/>
          <p:nvPr/>
        </p:nvSpPr>
        <p:spPr>
          <a:xfrm>
            <a:off x="24874200" y="4495800"/>
            <a:ext cx="9263400" cy="114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5400" b="1" dirty="0" smtClean="0">
                <a:solidFill>
                  <a:srgbClr val="666666"/>
                </a:solidFill>
                <a:latin typeface="Oswald"/>
                <a:ea typeface="Oswald"/>
                <a:cs typeface="Oswald"/>
                <a:sym typeface="Oswald"/>
              </a:rPr>
              <a:t>Visualizations</a:t>
            </a:r>
            <a:endParaRPr sz="5400" b="1">
              <a:solidFill>
                <a:srgbClr val="666666"/>
              </a:solidFill>
              <a:latin typeface="Oswald"/>
              <a:ea typeface="Oswald"/>
              <a:cs typeface="Oswald"/>
              <a:sym typeface="Oswald"/>
            </a:endParaRPr>
          </a:p>
          <a:p>
            <a:pPr marL="0" lvl="0" indent="0" algn="l" rtl="0">
              <a:spcBef>
                <a:spcPts val="0"/>
              </a:spcBef>
              <a:spcAft>
                <a:spcPts val="0"/>
              </a:spcAft>
              <a:buNone/>
            </a:pPr>
            <a:endParaRPr>
              <a:latin typeface="Oswald"/>
              <a:ea typeface="Oswald"/>
              <a:cs typeface="Oswald"/>
              <a:sym typeface="Oswald"/>
            </a:endParaRPr>
          </a:p>
        </p:txBody>
      </p:sp>
      <p:sp>
        <p:nvSpPr>
          <p:cNvPr id="79" name="Google Shape;79;p13"/>
          <p:cNvSpPr txBox="1"/>
          <p:nvPr/>
        </p:nvSpPr>
        <p:spPr>
          <a:xfrm>
            <a:off x="34747200" y="18897600"/>
            <a:ext cx="9263400" cy="114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latin typeface="Oswald"/>
              <a:ea typeface="Oswald"/>
              <a:cs typeface="Oswald"/>
              <a:sym typeface="Oswald"/>
            </a:endParaRPr>
          </a:p>
        </p:txBody>
      </p:sp>
      <p:sp>
        <p:nvSpPr>
          <p:cNvPr id="81" name="Google Shape;81;p13"/>
          <p:cNvSpPr txBox="1"/>
          <p:nvPr/>
        </p:nvSpPr>
        <p:spPr>
          <a:xfrm>
            <a:off x="34671000" y="18059400"/>
            <a:ext cx="9263400" cy="114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5400" b="1" dirty="0" smtClean="0">
                <a:solidFill>
                  <a:srgbClr val="666666"/>
                </a:solidFill>
                <a:latin typeface="Times New Roman" pitchFamily="18" charset="0"/>
                <a:ea typeface="Oswald"/>
                <a:cs typeface="Times New Roman" pitchFamily="18" charset="0"/>
                <a:sym typeface="Oswald"/>
              </a:rPr>
              <a:t>Conclusion</a:t>
            </a:r>
            <a:endParaRPr sz="5400" b="1">
              <a:solidFill>
                <a:srgbClr val="666666"/>
              </a:solidFill>
              <a:latin typeface="Times New Roman" pitchFamily="18" charset="0"/>
              <a:ea typeface="Oswald"/>
              <a:cs typeface="Times New Roman" pitchFamily="18" charset="0"/>
              <a:sym typeface="Oswald"/>
            </a:endParaRPr>
          </a:p>
        </p:txBody>
      </p:sp>
      <p:sp>
        <p:nvSpPr>
          <p:cNvPr id="82" name="Google Shape;82;p13"/>
          <p:cNvSpPr txBox="1"/>
          <p:nvPr/>
        </p:nvSpPr>
        <p:spPr>
          <a:xfrm>
            <a:off x="34696350" y="19050000"/>
            <a:ext cx="13318800" cy="5486400"/>
          </a:xfrm>
          <a:prstGeom prst="rect">
            <a:avLst/>
          </a:prstGeom>
          <a:noFill/>
          <a:ln>
            <a:noFill/>
          </a:ln>
        </p:spPr>
        <p:txBody>
          <a:bodyPr spcFirstLastPara="1" wrap="square" lIns="91425" tIns="91425" rIns="91425" bIns="91425" anchor="t" anchorCtr="0">
            <a:noAutofit/>
          </a:bodyPr>
          <a:lstStyle/>
          <a:p>
            <a:pPr algn="just">
              <a:lnSpc>
                <a:spcPct val="115000"/>
              </a:lnSpc>
              <a:buFontTx/>
              <a:buChar char="-"/>
            </a:pPr>
            <a:r>
              <a:rPr lang="en-US" sz="2400" dirty="0" smtClean="0">
                <a:latin typeface="Times New Roman" pitchFamily="18" charset="0"/>
                <a:cs typeface="Times New Roman" pitchFamily="18" charset="0"/>
              </a:rPr>
              <a:t> The series of visualizations on the property listing data gave insight into the real estate market relevant to Abu Dhabi. </a:t>
            </a:r>
          </a:p>
          <a:p>
            <a:pPr algn="just">
              <a:lnSpc>
                <a:spcPct val="115000"/>
              </a:lnSpc>
              <a:buFontTx/>
              <a:buChar char="-"/>
            </a:pPr>
            <a:r>
              <a:rPr lang="en-US" sz="2400" dirty="0" smtClean="0">
                <a:latin typeface="Times New Roman" pitchFamily="18" charset="0"/>
                <a:cs typeface="Times New Roman" pitchFamily="18" charset="0"/>
              </a:rPr>
              <a:t> It indicates how rent is distributed in different types of properties for example, how different price strategies are applied to apartments, penthouses, and villas. </a:t>
            </a:r>
          </a:p>
          <a:p>
            <a:pPr algn="just">
              <a:lnSpc>
                <a:spcPct val="115000"/>
              </a:lnSpc>
              <a:buFontTx/>
              <a:buChar char="-"/>
            </a:pPr>
            <a:r>
              <a:rPr lang="en-US" sz="2400" dirty="0" smtClean="0">
                <a:latin typeface="Times New Roman" pitchFamily="18" charset="0"/>
                <a:cs typeface="Times New Roman" pitchFamily="18" charset="0"/>
              </a:rPr>
              <a:t>Mapping of properties also involves showing the geographic trends and categories of the place with rents, which appear to help in visualizing how the rental prices differ within different places and for different types of properties. </a:t>
            </a:r>
          </a:p>
          <a:p>
            <a:pPr algn="just">
              <a:lnSpc>
                <a:spcPct val="115000"/>
              </a:lnSpc>
              <a:buFontTx/>
              <a:buChar char="-"/>
            </a:pPr>
            <a:r>
              <a:rPr lang="en-US" sz="2400" dirty="0" smtClean="0">
                <a:latin typeface="Times New Roman" pitchFamily="18" charset="0"/>
                <a:cs typeface="Times New Roman" pitchFamily="18" charset="0"/>
              </a:rPr>
              <a:t>The scatter plot of rent against area provides a good, clear insight into how the size of property is related to the rent charge, which is very important for prospective tenants and analysts of real estate.</a:t>
            </a:r>
          </a:p>
          <a:p>
            <a:pPr algn="just">
              <a:lnSpc>
                <a:spcPct val="115000"/>
              </a:lnSpc>
              <a:buFontTx/>
              <a:buChar char="-"/>
            </a:pPr>
            <a:r>
              <a:rPr lang="en-US" sz="2400" dirty="0" smtClean="0">
                <a:latin typeface="Times New Roman" pitchFamily="18" charset="0"/>
                <a:cs typeface="Times New Roman" pitchFamily="18" charset="0"/>
              </a:rPr>
              <a:t>Thereby, the timeline of property listings gave a general description of market dynamics over time and pointed out periods with increased or decreased activity.</a:t>
            </a:r>
          </a:p>
          <a:p>
            <a:pPr lvl="0" algn="just">
              <a:lnSpc>
                <a:spcPct val="115000"/>
              </a:lnSpc>
              <a:buFontTx/>
              <a:buChar char="-"/>
            </a:pPr>
            <a:endParaRPr lang="en-US" sz="2400" dirty="0" smtClean="0">
              <a:latin typeface="Times New Roman" pitchFamily="18" charset="0"/>
              <a:cs typeface="Times New Roman" pitchFamily="18" charset="0"/>
            </a:endParaRPr>
          </a:p>
        </p:txBody>
      </p:sp>
      <p:sp>
        <p:nvSpPr>
          <p:cNvPr id="83" name="Google Shape;83;p13"/>
          <p:cNvSpPr/>
          <p:nvPr/>
        </p:nvSpPr>
        <p:spPr>
          <a:xfrm>
            <a:off x="1027211" y="722079"/>
            <a:ext cx="755700" cy="3412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4" name="Google Shape;84;p13" descr="bg.png"/>
          <p:cNvPicPr preferRelativeResize="0"/>
          <p:nvPr/>
        </p:nvPicPr>
        <p:blipFill rotWithShape="1">
          <a:blip r:embed="rId4">
            <a:alphaModFix/>
          </a:blip>
          <a:srcRect l="7813" r="7813"/>
          <a:stretch/>
        </p:blipFill>
        <p:spPr>
          <a:xfrm>
            <a:off x="2209800" y="22555200"/>
            <a:ext cx="13412100" cy="2362200"/>
          </a:xfrm>
          <a:prstGeom prst="rect">
            <a:avLst/>
          </a:prstGeom>
          <a:noFill/>
          <a:ln>
            <a:noFill/>
          </a:ln>
        </p:spPr>
      </p:pic>
      <p:sp>
        <p:nvSpPr>
          <p:cNvPr id="86" name="Google Shape;86;p13"/>
          <p:cNvSpPr txBox="1"/>
          <p:nvPr/>
        </p:nvSpPr>
        <p:spPr>
          <a:xfrm>
            <a:off x="1027211" y="25331513"/>
            <a:ext cx="45543900" cy="729000"/>
          </a:xfrm>
          <a:prstGeom prst="rect">
            <a:avLst/>
          </a:prstGeom>
          <a:noFill/>
          <a:ln>
            <a:noFill/>
          </a:ln>
        </p:spPr>
        <p:txBody>
          <a:bodyPr spcFirstLastPara="1" wrap="square" lIns="91425" tIns="91425" rIns="91425" bIns="91425" anchor="ctr" anchorCtr="0">
            <a:noAutofit/>
          </a:bodyPr>
          <a:lstStyle/>
          <a:p>
            <a:pPr lvl="0" algn="r">
              <a:lnSpc>
                <a:spcPct val="115000"/>
              </a:lnSpc>
            </a:pPr>
            <a:r>
              <a:rPr lang="en" sz="2400" smtClean="0">
                <a:solidFill>
                  <a:srgbClr val="FFFFFF"/>
                </a:solidFill>
                <a:latin typeface="Times New Roman" pitchFamily="18" charset="0"/>
                <a:ea typeface="Droid Serif"/>
                <a:cs typeface="Times New Roman" pitchFamily="18" charset="0"/>
                <a:sym typeface="Droid Serif"/>
              </a:rPr>
              <a:t>This poster </a:t>
            </a:r>
            <a:r>
              <a:rPr lang="en" sz="2400">
                <a:solidFill>
                  <a:srgbClr val="FFFFFF"/>
                </a:solidFill>
                <a:latin typeface="Times New Roman" pitchFamily="18" charset="0"/>
                <a:ea typeface="Droid Serif"/>
                <a:cs typeface="Times New Roman" pitchFamily="18" charset="0"/>
                <a:sym typeface="Droid Serif"/>
              </a:rPr>
              <a:t>presentation </a:t>
            </a:r>
            <a:r>
              <a:rPr lang="en" sz="2400" smtClean="0">
                <a:solidFill>
                  <a:srgbClr val="FFFFFF"/>
                </a:solidFill>
                <a:latin typeface="Times New Roman" pitchFamily="18" charset="0"/>
                <a:ea typeface="Droid Serif"/>
                <a:cs typeface="Times New Roman" pitchFamily="18" charset="0"/>
                <a:sym typeface="Droid Serif"/>
              </a:rPr>
              <a:t>was </a:t>
            </a:r>
            <a:r>
              <a:rPr lang="en" sz="2400" dirty="0" smtClean="0">
                <a:solidFill>
                  <a:srgbClr val="FFFFFF"/>
                </a:solidFill>
                <a:latin typeface="Times New Roman" pitchFamily="18" charset="0"/>
                <a:ea typeface="Droid Serif"/>
                <a:cs typeface="Times New Roman" pitchFamily="18" charset="0"/>
                <a:sym typeface="Droid Serif"/>
              </a:rPr>
              <a:t>created by 230233928</a:t>
            </a:r>
            <a:endParaRPr>
              <a:solidFill>
                <a:srgbClr val="FFFFFF"/>
              </a:solidFill>
              <a:latin typeface="Times New Roman" pitchFamily="18" charset="0"/>
              <a:cs typeface="Times New Roman" pitchFamily="18" charset="0"/>
            </a:endParaRPr>
          </a:p>
        </p:txBody>
      </p:sp>
      <p:sp>
        <p:nvSpPr>
          <p:cNvPr id="89" name="Google Shape;89;p13"/>
          <p:cNvSpPr txBox="1"/>
          <p:nvPr/>
        </p:nvSpPr>
        <p:spPr>
          <a:xfrm>
            <a:off x="2864727" y="1138535"/>
            <a:ext cx="4165200" cy="260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7200" dirty="0"/>
              <a:t>INSERT LOGO HERE</a:t>
            </a:r>
            <a:endParaRPr sz="7200"/>
          </a:p>
        </p:txBody>
      </p:sp>
      <p:pic>
        <p:nvPicPr>
          <p:cNvPr id="37" name="Picture 36" descr="UniLogo.PNG"/>
          <p:cNvPicPr>
            <a:picLocks noChangeAspect="1"/>
          </p:cNvPicPr>
          <p:nvPr/>
        </p:nvPicPr>
        <p:blipFill>
          <a:blip r:embed="rId5"/>
          <a:stretch>
            <a:fillRect/>
          </a:stretch>
        </p:blipFill>
        <p:spPr>
          <a:xfrm>
            <a:off x="1989151" y="685800"/>
            <a:ext cx="5859449" cy="3810000"/>
          </a:xfrm>
          <a:prstGeom prst="rect">
            <a:avLst/>
          </a:prstGeom>
        </p:spPr>
      </p:pic>
      <p:sp>
        <p:nvSpPr>
          <p:cNvPr id="39" name="Google Shape;67;p13"/>
          <p:cNvSpPr txBox="1"/>
          <p:nvPr/>
        </p:nvSpPr>
        <p:spPr>
          <a:xfrm>
            <a:off x="2667000" y="12954000"/>
            <a:ext cx="5867400" cy="729000"/>
          </a:xfrm>
          <a:prstGeom prst="rect">
            <a:avLst/>
          </a:prstGeom>
          <a:noFill/>
          <a:ln>
            <a:noFill/>
          </a:ln>
        </p:spPr>
        <p:txBody>
          <a:bodyPr spcFirstLastPara="1" wrap="square" lIns="91425" tIns="91425" rIns="91425" bIns="91425" anchor="t" anchorCtr="0">
            <a:noAutofit/>
          </a:bodyPr>
          <a:lstStyle/>
          <a:p>
            <a:pPr lvl="0"/>
            <a:r>
              <a:rPr lang="en-US" sz="5400" b="1" dirty="0" smtClean="0">
                <a:latin typeface="Times New Roman" pitchFamily="18" charset="0"/>
                <a:ea typeface="Oswald"/>
                <a:cs typeface="Times New Roman" pitchFamily="18" charset="0"/>
                <a:sym typeface="Oswald"/>
              </a:rPr>
              <a:t>Data Source </a:t>
            </a:r>
            <a:endParaRPr lang="en-US" sz="5400" b="1" dirty="0">
              <a:latin typeface="Times New Roman" pitchFamily="18" charset="0"/>
              <a:ea typeface="Oswald"/>
              <a:cs typeface="Times New Roman" pitchFamily="18" charset="0"/>
              <a:sym typeface="Oswald"/>
            </a:endParaRPr>
          </a:p>
        </p:txBody>
      </p:sp>
      <p:sp>
        <p:nvSpPr>
          <p:cNvPr id="40" name="Google Shape;69;p13"/>
          <p:cNvSpPr txBox="1"/>
          <p:nvPr/>
        </p:nvSpPr>
        <p:spPr>
          <a:xfrm>
            <a:off x="2286000" y="20040600"/>
            <a:ext cx="8763000" cy="213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Tx/>
              <a:buChar char="-"/>
            </a:pPr>
            <a:r>
              <a:rPr lang="en-US" sz="3600" dirty="0" smtClean="0">
                <a:solidFill>
                  <a:srgbClr val="434343"/>
                </a:solidFill>
                <a:latin typeface="Times New Roman" pitchFamily="18" charset="0"/>
                <a:ea typeface="Droid Serif"/>
                <a:cs typeface="Times New Roman" pitchFamily="18" charset="0"/>
                <a:sym typeface="Droid Serif"/>
              </a:rPr>
              <a:t>- Data Selection</a:t>
            </a:r>
          </a:p>
          <a:p>
            <a:pPr marL="0" lvl="0" indent="0" algn="l" rtl="0">
              <a:spcBef>
                <a:spcPts val="0"/>
              </a:spcBef>
              <a:spcAft>
                <a:spcPts val="0"/>
              </a:spcAft>
              <a:buClr>
                <a:schemeClr val="dk1"/>
              </a:buClr>
              <a:buSzPts val="1100"/>
              <a:buFontTx/>
              <a:buChar char="-"/>
            </a:pPr>
            <a:r>
              <a:rPr lang="en-US" sz="3600" dirty="0" smtClean="0">
                <a:solidFill>
                  <a:srgbClr val="434343"/>
                </a:solidFill>
                <a:latin typeface="Times New Roman" pitchFamily="18" charset="0"/>
                <a:ea typeface="Droid Serif"/>
                <a:cs typeface="Times New Roman" pitchFamily="18" charset="0"/>
                <a:sym typeface="Droid Serif"/>
              </a:rPr>
              <a:t>- Data  cleaning and preprocessing</a:t>
            </a:r>
          </a:p>
          <a:p>
            <a:pPr marL="0" lvl="0" indent="0" algn="l" rtl="0">
              <a:spcBef>
                <a:spcPts val="0"/>
              </a:spcBef>
              <a:spcAft>
                <a:spcPts val="0"/>
              </a:spcAft>
              <a:buClr>
                <a:schemeClr val="dk1"/>
              </a:buClr>
              <a:buSzPts val="1100"/>
              <a:buFontTx/>
              <a:buChar char="-"/>
            </a:pPr>
            <a:r>
              <a:rPr lang="en-US" sz="3600" dirty="0" smtClean="0">
                <a:solidFill>
                  <a:srgbClr val="434343"/>
                </a:solidFill>
                <a:latin typeface="Times New Roman" pitchFamily="18" charset="0"/>
                <a:ea typeface="Droid Serif"/>
                <a:cs typeface="Times New Roman" pitchFamily="18" charset="0"/>
                <a:sym typeface="Droid Serif"/>
              </a:rPr>
              <a:t>-  Data visualization </a:t>
            </a:r>
            <a:endParaRPr sz="3600">
              <a:solidFill>
                <a:srgbClr val="434343"/>
              </a:solidFill>
              <a:latin typeface="Times New Roman" pitchFamily="18" charset="0"/>
              <a:ea typeface="Droid Serif"/>
              <a:cs typeface="Times New Roman" pitchFamily="18" charset="0"/>
              <a:sym typeface="Droid Serif"/>
            </a:endParaRPr>
          </a:p>
        </p:txBody>
      </p:sp>
      <p:pic>
        <p:nvPicPr>
          <p:cNvPr id="41" name="Picture 40" descr="Time series Plot.PNG"/>
          <p:cNvPicPr>
            <a:picLocks noChangeAspect="1"/>
          </p:cNvPicPr>
          <p:nvPr/>
        </p:nvPicPr>
        <p:blipFill>
          <a:blip r:embed="rId6"/>
          <a:stretch>
            <a:fillRect/>
          </a:stretch>
        </p:blipFill>
        <p:spPr>
          <a:xfrm>
            <a:off x="13335000" y="5562600"/>
            <a:ext cx="8229600" cy="4048690"/>
          </a:xfrm>
          <a:prstGeom prst="rect">
            <a:avLst/>
          </a:prstGeom>
        </p:spPr>
      </p:pic>
      <p:pic>
        <p:nvPicPr>
          <p:cNvPr id="44" name="Picture 43" descr="Sunbrust.PNG"/>
          <p:cNvPicPr>
            <a:picLocks noChangeAspect="1"/>
          </p:cNvPicPr>
          <p:nvPr/>
        </p:nvPicPr>
        <p:blipFill>
          <a:blip r:embed="rId7"/>
          <a:stretch>
            <a:fillRect/>
          </a:stretch>
        </p:blipFill>
        <p:spPr>
          <a:xfrm>
            <a:off x="13487400" y="20878800"/>
            <a:ext cx="7217373" cy="3944007"/>
          </a:xfrm>
          <a:prstGeom prst="rect">
            <a:avLst/>
          </a:prstGeom>
        </p:spPr>
      </p:pic>
      <p:pic>
        <p:nvPicPr>
          <p:cNvPr id="45" name="Picture 44" descr="do.PNG"/>
          <p:cNvPicPr>
            <a:picLocks noChangeAspect="1"/>
          </p:cNvPicPr>
          <p:nvPr/>
        </p:nvPicPr>
        <p:blipFill>
          <a:blip r:embed="rId8"/>
          <a:stretch>
            <a:fillRect/>
          </a:stretch>
        </p:blipFill>
        <p:spPr>
          <a:xfrm>
            <a:off x="22555200" y="12877800"/>
            <a:ext cx="10515599" cy="4858428"/>
          </a:xfrm>
          <a:prstGeom prst="rect">
            <a:avLst/>
          </a:prstGeom>
        </p:spPr>
      </p:pic>
      <p:pic>
        <p:nvPicPr>
          <p:cNvPr id="46" name="Picture 45" descr="Bubble Chart.PNG"/>
          <p:cNvPicPr>
            <a:picLocks noChangeAspect="1"/>
          </p:cNvPicPr>
          <p:nvPr/>
        </p:nvPicPr>
        <p:blipFill>
          <a:blip r:embed="rId9"/>
          <a:stretch>
            <a:fillRect/>
          </a:stretch>
        </p:blipFill>
        <p:spPr>
          <a:xfrm>
            <a:off x="13411200" y="10363200"/>
            <a:ext cx="6816081" cy="5001345"/>
          </a:xfrm>
          <a:prstGeom prst="rect">
            <a:avLst/>
          </a:prstGeom>
        </p:spPr>
      </p:pic>
      <p:pic>
        <p:nvPicPr>
          <p:cNvPr id="50" name="Picture 49" descr="17.PNG"/>
          <p:cNvPicPr>
            <a:picLocks noChangeAspect="1"/>
          </p:cNvPicPr>
          <p:nvPr/>
        </p:nvPicPr>
        <p:blipFill>
          <a:blip r:embed="rId10"/>
          <a:stretch>
            <a:fillRect/>
          </a:stretch>
        </p:blipFill>
        <p:spPr>
          <a:xfrm>
            <a:off x="12649200" y="15240000"/>
            <a:ext cx="7421011" cy="5134692"/>
          </a:xfrm>
          <a:prstGeom prst="rect">
            <a:avLst/>
          </a:prstGeom>
        </p:spPr>
      </p:pic>
      <p:pic>
        <p:nvPicPr>
          <p:cNvPr id="51" name="Picture 50" descr="Average Rent Prices by Property Type.png"/>
          <p:cNvPicPr>
            <a:picLocks noChangeAspect="1"/>
          </p:cNvPicPr>
          <p:nvPr/>
        </p:nvPicPr>
        <p:blipFill>
          <a:blip r:embed="rId11"/>
          <a:stretch>
            <a:fillRect/>
          </a:stretch>
        </p:blipFill>
        <p:spPr>
          <a:xfrm>
            <a:off x="25450800" y="19126200"/>
            <a:ext cx="8509019" cy="5105411"/>
          </a:xfrm>
          <a:prstGeom prst="rect">
            <a:avLst/>
          </a:prstGeom>
        </p:spPr>
      </p:pic>
      <p:pic>
        <p:nvPicPr>
          <p:cNvPr id="52" name="Picture 51" descr="Stacked Bar chart for Rent Contributions by Property Type and Rent Category.png"/>
          <p:cNvPicPr>
            <a:picLocks noChangeAspect="1"/>
          </p:cNvPicPr>
          <p:nvPr/>
        </p:nvPicPr>
        <p:blipFill>
          <a:blip r:embed="rId12"/>
          <a:stretch>
            <a:fillRect/>
          </a:stretch>
        </p:blipFill>
        <p:spPr>
          <a:xfrm>
            <a:off x="21869377" y="5486400"/>
            <a:ext cx="10972823" cy="7315215"/>
          </a:xfrm>
          <a:prstGeom prst="rect">
            <a:avLst/>
          </a:prstGeom>
        </p:spPr>
      </p:pic>
      <p:pic>
        <p:nvPicPr>
          <p:cNvPr id="54" name="Picture 53" descr="Scatter plot of Rent Prices by Area in Sqft.png"/>
          <p:cNvPicPr>
            <a:picLocks noChangeAspect="1"/>
          </p:cNvPicPr>
          <p:nvPr/>
        </p:nvPicPr>
        <p:blipFill>
          <a:blip r:embed="rId13"/>
          <a:stretch>
            <a:fillRect/>
          </a:stretch>
        </p:blipFill>
        <p:spPr>
          <a:xfrm>
            <a:off x="31775400" y="6248400"/>
            <a:ext cx="9144019" cy="5486411"/>
          </a:xfrm>
          <a:prstGeom prst="rect">
            <a:avLst/>
          </a:prstGeom>
        </p:spPr>
      </p:pic>
      <p:pic>
        <p:nvPicPr>
          <p:cNvPr id="85" name="Picture 84" descr="Rent Prices by Number of Bedrooms.png"/>
          <p:cNvPicPr>
            <a:picLocks noChangeAspect="1"/>
          </p:cNvPicPr>
          <p:nvPr/>
        </p:nvPicPr>
        <p:blipFill>
          <a:blip r:embed="rId14"/>
          <a:stretch>
            <a:fillRect/>
          </a:stretch>
        </p:blipFill>
        <p:spPr>
          <a:xfrm>
            <a:off x="32613600" y="11658600"/>
            <a:ext cx="16154400" cy="6400800"/>
          </a:xfrm>
          <a:prstGeom prst="rect">
            <a:avLst/>
          </a:prstGeom>
        </p:spPr>
      </p:pic>
      <p:pic>
        <p:nvPicPr>
          <p:cNvPr id="42" name="Picture 41" descr="14.PNG"/>
          <p:cNvPicPr>
            <a:picLocks noChangeAspect="1"/>
          </p:cNvPicPr>
          <p:nvPr/>
        </p:nvPicPr>
        <p:blipFill>
          <a:blip r:embed="rId15"/>
          <a:stretch>
            <a:fillRect/>
          </a:stretch>
        </p:blipFill>
        <p:spPr>
          <a:xfrm rot="16200000">
            <a:off x="19440000" y="19117200"/>
            <a:ext cx="7525801" cy="4191000"/>
          </a:xfrm>
          <a:prstGeom prst="rect">
            <a:avLst/>
          </a:prstGeom>
        </p:spPr>
      </p:pic>
      <p:pic>
        <p:nvPicPr>
          <p:cNvPr id="43" name="Picture 42" descr="Mapvi.PNG"/>
          <p:cNvPicPr>
            <a:picLocks noChangeAspect="1"/>
          </p:cNvPicPr>
          <p:nvPr/>
        </p:nvPicPr>
        <p:blipFill>
          <a:blip r:embed="rId16"/>
          <a:stretch>
            <a:fillRect/>
          </a:stretch>
        </p:blipFill>
        <p:spPr>
          <a:xfrm>
            <a:off x="40157400" y="6781800"/>
            <a:ext cx="8534400" cy="45720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TotalTime>
  <Words>326</Words>
  <PresentationFormat>Custom</PresentationFormat>
  <Paragraphs>37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Times New Roman</vt:lpstr>
      <vt:lpstr>Oswald</vt:lpstr>
      <vt:lpstr>Droid Serif</vt:lpstr>
      <vt:lpstr>Simple Light</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hp</cp:lastModifiedBy>
  <cp:revision>42</cp:revision>
  <dcterms:modified xsi:type="dcterms:W3CDTF">2024-05-27T12:59:59Z</dcterms:modified>
</cp:coreProperties>
</file>